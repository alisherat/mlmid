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  <Default Extension="png" ContentType="image/png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43ac9097af474b" /><Relationship Type="http://schemas.openxmlformats.org/officeDocument/2006/relationships/extended-properties" Target="/docProps/app.xml" Id="R1c9d001780714df5" /><Relationship Type="http://schemas.openxmlformats.org/officeDocument/2006/relationships/officeDocument" Target="/ppt/presentation.xml" Id="R54d285d5a09741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be877fb4334509"/>
  </p:sldMasterIdLst>
  <p:notesMasterIdLst>
    <p:notesMasterId xmlns:r="http://schemas.openxmlformats.org/officeDocument/2006/relationships" r:id="R4e8db6b8c6864292"/>
  </p:notesMasterIdLst>
  <p:sldIdLst>
    <p:sldId xmlns:r="http://schemas.openxmlformats.org/officeDocument/2006/relationships" id="256" r:id="R6c2892dd9cac4562"/>
    <p:sldId xmlns:r="http://schemas.openxmlformats.org/officeDocument/2006/relationships" id="257" r:id="R49f15758a8cf41ad"/>
    <p:sldId xmlns:r="http://schemas.openxmlformats.org/officeDocument/2006/relationships" id="258" r:id="Rb546e045df9140f9"/>
    <p:sldId xmlns:r="http://schemas.openxmlformats.org/officeDocument/2006/relationships" id="259" r:id="R152a6d99c9344790"/>
    <p:sldId xmlns:r="http://schemas.openxmlformats.org/officeDocument/2006/relationships" id="260" r:id="R764ca909629a4a5c"/>
    <p:sldId xmlns:r="http://schemas.openxmlformats.org/officeDocument/2006/relationships" id="261" r:id="R48b3813f395b482d"/>
    <p:sldId xmlns:r="http://schemas.openxmlformats.org/officeDocument/2006/relationships" id="262" r:id="Rf0ac1dee662c4411"/>
    <p:sldId xmlns:r="http://schemas.openxmlformats.org/officeDocument/2006/relationships" id="263" r:id="Re319b449f8ff48ca"/>
    <p:sldId xmlns:r="http://schemas.openxmlformats.org/officeDocument/2006/relationships" id="264" r:id="R2159a5f16c734967"/>
    <p:sldId xmlns:r="http://schemas.openxmlformats.org/officeDocument/2006/relationships" id="265" r:id="Raf0bfbe0ea4a4b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5e8e9cb00c4b17" /><Relationship Type="http://schemas.openxmlformats.org/officeDocument/2006/relationships/slideMaster" Target="/ppt/slideMasters/slideMaster1.xml" Id="R61be877fb4334509" /><Relationship Type="http://schemas.openxmlformats.org/officeDocument/2006/relationships/notesMaster" Target="/ppt/notesMasters/notesMaster1.xml" Id="R4e8db6b8c6864292" /><Relationship Type="http://schemas.openxmlformats.org/officeDocument/2006/relationships/presProps" Target="/ppt/presProps.xml" Id="Rf0248bc0e08e472f" /><Relationship Type="http://schemas.openxmlformats.org/officeDocument/2006/relationships/tableStyles" Target="/ppt/tableStyles.xml" Id="R9c3251b0293c4ac9" /><Relationship Type="http://schemas.openxmlformats.org/officeDocument/2006/relationships/slide" Target="/ppt/slides/slide1.xml" Id="R6c2892dd9cac4562" /><Relationship Type="http://schemas.openxmlformats.org/officeDocument/2006/relationships/slide" Target="/ppt/slides/slide2.xml" Id="R49f15758a8cf41ad" /><Relationship Type="http://schemas.openxmlformats.org/officeDocument/2006/relationships/slide" Target="/ppt/slides/slide3.xml" Id="Rb546e045df9140f9" /><Relationship Type="http://schemas.openxmlformats.org/officeDocument/2006/relationships/slide" Target="/ppt/slides/slide4.xml" Id="R152a6d99c9344790" /><Relationship Type="http://schemas.openxmlformats.org/officeDocument/2006/relationships/slide" Target="/ppt/slides/slide5.xml" Id="R764ca909629a4a5c" /><Relationship Type="http://schemas.openxmlformats.org/officeDocument/2006/relationships/slide" Target="/ppt/slides/slide6.xml" Id="R48b3813f395b482d" /><Relationship Type="http://schemas.openxmlformats.org/officeDocument/2006/relationships/slide" Target="/ppt/slides/slide7.xml" Id="Rf0ac1dee662c4411" /><Relationship Type="http://schemas.openxmlformats.org/officeDocument/2006/relationships/slide" Target="/ppt/slides/slide8.xml" Id="Re319b449f8ff48ca" /><Relationship Type="http://schemas.openxmlformats.org/officeDocument/2006/relationships/slide" Target="/ppt/slides/slide9.xml" Id="R2159a5f16c734967" /><Relationship Type="http://schemas.openxmlformats.org/officeDocument/2006/relationships/slide" Target="/ppt/slides/slide10.xml" Id="Raf0bfbe0ea4a4b47" /></Relationships>
</file>

<file path=ppt/charts/_rels/chart1.xml.rels><Relationships xmlns="http://schemas.openxmlformats.org/package/2006/relationships"><Relationship Id="rWorkbook" Type="http://schemas.openxmlformats.org/officeDocument/2006/relationships/package" Target="../embeddings/new-chart-1.xlsx"/></Relationships>
</file>

<file path=ppt/charts/_rels/chart2.xml.rels><Relationships xmlns="http://schemas.openxmlformats.org/package/2006/relationships"><Relationship Id="rWorkbook" Type="http://schemas.openxmlformats.org/officeDocument/2006/relationships/package" Target="../embeddings/new-chart-2.xlsx"/></Relationships>
</file>

<file path=ppt/charts/_rels/chart3.xml.rels><Relationships xmlns="http://schemas.openxmlformats.org/package/2006/relationships"><Relationship Id="rWorkbook" Type="http://schemas.openxmlformats.org/officeDocument/2006/relationships/package" Target="../embeddings/new-chart-3.xlsx"/></Relationships>
</file>

<file path=ppt/charts/_rels/chart4.xml.rels><Relationships xmlns="http://schemas.openxmlformats.org/package/2006/relationships"><Relationship Id="rWorkbook" Type="http://schemas.openxmlformats.org/officeDocument/2006/relationships/package" Target="../embeddings/new-chart-4.xlsx"/></Relationships>
</file>

<file path=ppt/charts/_rels/chart5.xml.rels><Relationships xmlns="http://schemas.openxmlformats.org/package/2006/relationships"><Relationship Id="rWorkbook" Type="http://schemas.openxmlformats.org/officeDocument/2006/relationships/package" Target="../embeddings/new-chart-5.xlsx"/></Relationships>
</file>

<file path=ppt/charts/_rels/chart6.xml.rels><Relationships xmlns="http://schemas.openxmlformats.org/package/2006/relationships"><Relationship Id="rWorkbook" Type="http://schemas.openxmlformats.org/officeDocument/2006/relationships/package" Target="../embeddings/new-chart-6.xlsx"/></Relationships>
</file>

<file path=ppt/charts/_rels/chart7.xml.rels><Relationships xmlns="http://schemas.openxmlformats.org/package/2006/relationships"><Relationship Id="rWorkbook" Type="http://schemas.openxmlformats.org/officeDocument/2006/relationships/package" Target="../embeddings/new-chart-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pPr algn="l" marL="0" indent="0">
              <a:lnSpc>
                <a:spcPct val="110000"/>
              </a:lnSpc>
              <a:buNone/>
              <a:defRPr lang="en-US" sz="1800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00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Training listings by price band</a:t>
            </a:r>
            <a:endParaRPr lang="en-US" sz="1800"/>
          </a:p>
        </c:rich>
      </c:tx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v>Training listings by price band</c:v>
          </c:tx>
          <c:spPr>
            <a:solidFill>
              <a:srgbClr val="277C64"/>
            </a:solidFill>
            <a:ln>
              <a:noFill/>
            </a:ln>
          </c:spPr>
          <c:cat>
            <c:strRef>
              <c:f>'Chart Data'!$A$2:$A$7</c:f>
              <c:strCache>
                <c:ptCount val="6"/>
                <c:pt idx="0">
                  <c:v>&lt;2</c:v>
                </c:pt>
                <c:pt idx="1">
                  <c:v>2–5</c:v>
                </c:pt>
                <c:pt idx="2">
                  <c:v>5–10</c:v>
                </c:pt>
                <c:pt idx="3">
                  <c:v>10–20</c:v>
                </c:pt>
                <c:pt idx="4">
                  <c:v>20–40</c:v>
                </c:pt>
                <c:pt idx="5">
                  <c:v>≥40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205</c:v>
                </c:pt>
                <c:pt idx="1">
                  <c:v>459</c:v>
                </c:pt>
                <c:pt idx="2">
                  <c:v>574</c:v>
                </c:pt>
                <c:pt idx="3">
                  <c:v>389</c:v>
                </c:pt>
                <c:pt idx="4">
                  <c:v>113</c:v>
                </c:pt>
                <c:pt idx="5">
                  <c:v>47</c:v>
                </c:pt>
              </c:numCache>
            </c:numRef>
          </c:val>
        </c:ser>
        <c:gapWidth val="95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6668">
            <a:solidFill>
              <a:srgbClr val="D7E2DA"/>
            </a:solidFill>
            <a:prstDash val="solid"/>
          </a:ln>
        </c:spPr>
        <c:txPr>
          <a:bodyPr/>
          <a:lstStyle/>
          <a:p>
            <a:pPr algn="l" marL="0" indent="0">
              <a:lnSpc>
                <a:spcPct val="110000"/>
              </a:lnSpc>
              <a:buNone/>
              <a:defRPr lang="en-US" sz="1350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350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/>
            </a:r>
            <a:endParaRPr lang="en-US" sz="1350"/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  <c:max val="650"/>
          <c:min val="0"/>
        </c:scaling>
        <c:delete val="0"/>
        <c:axPos val="l"/>
        <c:majorGridlines>
          <c:spPr>
            <a:ln w="5715">
              <a:solidFill>
                <a:srgbClr val="D7E2DA"/>
              </a:solidFill>
              <a:prstDash val="solid"/>
            </a:ln>
          </c:spPr>
        </c:majorGridlines>
        <c:numFmt formatCode="0" sourceLinked="0"/>
        <c:majorTickMark val="none"/>
        <c:minorTickMark val="none"/>
        <c:tickLblPos val="nextTo"/>
        <c:spPr>
          <a:ln w="6668">
            <a:solidFill>
              <a:srgbClr val="D7E2DA"/>
            </a:solidFill>
            <a:prstDash val="solid"/>
          </a:ln>
        </c:spPr>
        <c:txPr>
          <a:bodyPr/>
          <a:lstStyle/>
          <a:p>
            <a:pPr algn="l" marL="0" indent="0">
              <a:lnSpc>
                <a:spcPct val="110000"/>
              </a:lnSpc>
              <a:buNone/>
              <a:defRPr lang="en-US" sz="1350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350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/>
            </a:r>
            <a:endParaRPr lang="en-US" sz="1350"/>
          </a:p>
        </c:txPr>
        <c:crossAx val="100"/>
        <c:crosses val="autoZero"/>
        <c:crossBetween val="between"/>
      </c:valAx>
    </c:plotArea>
    <c:plotVisOnly val="1"/>
    <c:dispBlanksAs val="gap"/>
  </c:chart>
  <c:spPr>
    <a:noFill/>
    <a:ln>
      <a:noFill/>
    </a:ln>
  </c:spPr>
  <c:txPr>
    <a:bodyPr/>
    <a:lstStyle/>
    <a:p>
      <a:pPr algn="l" marL="0" indent="0">
        <a:lnSpc>
          <a:spcPct val="110000"/>
        </a:lnSpc>
        <a:buNone/>
        <a:defRPr lang="en-US" sz="1500" b="0">
          <a:solidFill>
            <a:srgbClr val="173A34"/>
          </a:solidFill>
          <a:latin typeface="Helvetica Neue"/>
          <a:ea typeface="Helvetica Neue"/>
          <a:cs typeface="Helvetica Neue"/>
        </a:defRPr>
      </a:pPr>
      <a:r>
        <a:rPr lang="en-US" sz="1500" b="0">
          <a:solidFill>
            <a:srgbClr val="173A34"/>
          </a:solidFill>
          <a:latin typeface="Helvetica Neue"/>
          <a:ea typeface="Helvetica Neue"/>
          <a:cs typeface="Helvetica Neue"/>
        </a:rPr>
        <a:t xml:space="preserve"/>
      </a:r>
      <a:endParaRPr lang="en-US" sz="1500"/>
    </a:p>
  </c:txPr>
  <c:externalData r:id="rWorkbook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pPr algn="l" marL="0" indent="0">
              <a:lnSpc>
                <a:spcPct val="110000"/>
              </a:lnSpc>
              <a:buNone/>
              <a:defRPr lang="en-US" sz="1800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00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Median asking price by model year</a:t>
            </a:r>
            <a:endParaRPr lang="en-US" sz="1800"/>
          </a:p>
        </c:rich>
      </c:tx>
      <c:overlay val="0"/>
    </c:title>
    <c:plotArea>
      <c:layout/>
      <c:lineChart>
        <c:grouping val="standard"/>
        <c:varyColors val="0"/>
        <c:ser>
          <c:idx val="0"/>
          <c:order val="0"/>
          <c:tx>
            <c:v>Median asking price by model year</c:v>
          </c:tx>
          <c:spPr>
            <a:ln w="28575">
              <a:solidFill>
                <a:srgbClr val="277C64"/>
              </a:solidFill>
            </a:ln>
          </c:spPr>
          <c:marker>
            <c:symbol val="circle"/>
            <c:size val="6"/>
            <c:spPr>
              <a:solidFill>
                <a:srgbClr val="277C64"/>
              </a:solidFill>
            </c:spPr>
          </c:marker>
          <c:cat>
            <c:strRef>
              <c:f>'Chart Data'!$A$2:$A$7</c:f>
              <c:strCache>
                <c:ptCount val="6"/>
                <c:pt idx="0">
                  <c:v>2000</c:v>
                </c:pt>
                <c:pt idx="1">
                  <c:v>2005</c:v>
                </c:pt>
                <c:pt idx="2">
                  <c:v>2010</c:v>
                </c:pt>
                <c:pt idx="3">
                  <c:v>2015</c:v>
                </c:pt>
                <c:pt idx="4">
                  <c:v>2020</c:v>
                </c:pt>
                <c:pt idx="5">
                  <c:v>2025</c:v>
                </c:pt>
              </c:strCache>
            </c:strRef>
          </c:cat>
          <c:val>
            <c:numRef>
              <c:f>'Chart Data'!$B$2:$B$7</c:f>
              <c:numCache>
                <c:formatCode>0.00</c:formatCode>
                <c:ptCount val="6"/>
                <c:pt idx="0">
                  <c:v>3.8</c:v>
                </c:pt>
                <c:pt idx="1">
                  <c:v>5.5</c:v>
                </c:pt>
                <c:pt idx="2">
                  <c:v>6.6</c:v>
                </c:pt>
                <c:pt idx="3">
                  <c:v>7.5</c:v>
                </c:pt>
                <c:pt idx="4">
                  <c:v>10.9</c:v>
                </c:pt>
                <c:pt idx="5">
                  <c:v>15.3</c:v>
                </c:pt>
              </c:numCache>
            </c:numRef>
          </c:val>
        </c:ser>
        <c:dLbls>
          <c:txPr>
            <a:bodyPr/>
            <a:lstStyle/>
            <a:p>
              <a:pPr algn="l" marL="0" indent="0">
                <a:lnSpc>
                  <a:spcPct val="110000"/>
                </a:lnSpc>
                <a:buNone/>
                <a:defRPr lang="en-US" sz="1725" b="0">
                  <a:solidFill>
                    <a:srgbClr val="173A34"/>
                  </a:solidFill>
                  <a:latin typeface="Helvetica Neue"/>
                  <a:ea typeface="Helvetica Neue"/>
                  <a:cs typeface="Helvetica Neue"/>
                </a:defRPr>
              </a:pPr>
              <a:r>
                <a:rPr lang="en-US" sz="1725" b="0">
                  <a:solidFill>
                    <a:srgbClr val="173A34"/>
                  </a:solidFill>
                  <a:latin typeface="Helvetica Neue"/>
                  <a:ea typeface="Helvetica Neue"/>
                  <a:cs typeface="Helvetica Neue"/>
                </a:rPr>
                <a:t xml:space="preserve"/>
              </a:r>
              <a:endParaRPr lang="en-US" sz="1725"/>
            </a:p>
          </c:txPr>
          <c:dLblPos val="t"/>
          <c:showLegendKey val="0"/>
          <c:showVal val="1"/>
          <c:showCatName val="0"/>
          <c:showSerName val="0"/>
          <c:numFmt formatCode="0.00" sourceLinked="0"/>
        </c:dLbls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6668">
            <a:solidFill>
              <a:srgbClr val="D7E2DA"/>
            </a:solidFill>
            <a:prstDash val="solid"/>
          </a:ln>
        </c:spPr>
        <c:txPr>
          <a:bodyPr/>
          <a:lstStyle/>
          <a:p>
            <a:pPr algn="l" marL="0" indent="0">
              <a:lnSpc>
                <a:spcPct val="110000"/>
              </a:lnSpc>
              <a:buNone/>
              <a:defRPr lang="en-US" sz="1350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350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/>
            </a:r>
            <a:endParaRPr lang="en-US" sz="1350"/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  <c:max val="18"/>
          <c:min val="0"/>
        </c:scaling>
        <c:delete val="0"/>
        <c:axPos val="l"/>
        <c:majorGridlines>
          <c:spPr>
            <a:ln w="5715">
              <a:solidFill>
                <a:srgbClr val="D7E2DA"/>
              </a:solidFill>
              <a:prstDash val="solid"/>
            </a:ln>
          </c:spPr>
        </c:majorGridlines>
        <c:numFmt formatCode="0" sourceLinked="0"/>
        <c:majorTickMark val="none"/>
        <c:minorTickMark val="none"/>
        <c:tickLblPos val="nextTo"/>
        <c:spPr>
          <a:ln w="6668">
            <a:solidFill>
              <a:srgbClr val="D7E2DA"/>
            </a:solidFill>
            <a:prstDash val="solid"/>
          </a:ln>
        </c:spPr>
        <c:txPr>
          <a:bodyPr/>
          <a:lstStyle/>
          <a:p>
            <a:pPr algn="l" marL="0" indent="0">
              <a:lnSpc>
                <a:spcPct val="110000"/>
              </a:lnSpc>
              <a:buNone/>
              <a:defRPr lang="en-US" sz="1350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350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/>
            </a:r>
            <a:endParaRPr lang="en-US" sz="1350"/>
          </a:p>
        </c:txPr>
        <c:crossAx val="100"/>
        <c:crosses val="autoZero"/>
        <c:crossBetween val="between"/>
      </c:valAx>
    </c:plotArea>
    <c:plotVisOnly val="1"/>
    <c:dispBlanksAs val="gap"/>
  </c:chart>
  <c:spPr>
    <a:noFill/>
    <a:ln>
      <a:noFill/>
    </a:ln>
  </c:spPr>
  <c:txPr>
    <a:bodyPr/>
    <a:lstStyle/>
    <a:p>
      <a:pPr algn="l" marL="0" indent="0">
        <a:lnSpc>
          <a:spcPct val="110000"/>
        </a:lnSpc>
        <a:buNone/>
        <a:defRPr lang="en-US" sz="1500" b="0">
          <a:solidFill>
            <a:srgbClr val="173A34"/>
          </a:solidFill>
          <a:latin typeface="Helvetica Neue"/>
          <a:ea typeface="Helvetica Neue"/>
          <a:cs typeface="Helvetica Neue"/>
        </a:defRPr>
      </a:pPr>
      <a:r>
        <a:rPr lang="en-US" sz="1500" b="0">
          <a:solidFill>
            <a:srgbClr val="173A34"/>
          </a:solidFill>
          <a:latin typeface="Helvetica Neue"/>
          <a:ea typeface="Helvetica Neue"/>
          <a:cs typeface="Helvetica Neue"/>
        </a:rPr>
        <a:t xml:space="preserve"/>
      </a:r>
      <a:endParaRPr lang="en-US" sz="1500"/>
    </a:p>
  </c:txPr>
  <c:externalData r:id="rWorkbook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pPr algn="l" marL="0" indent="0">
              <a:lnSpc>
                <a:spcPct val="110000"/>
              </a:lnSpc>
              <a:buNone/>
              <a:defRPr lang="en-US" sz="1800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00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Mileage and asking price</a:t>
            </a:r>
            <a:endParaRPr lang="en-US" sz="1800"/>
          </a:p>
        </c:rich>
      </c:tx>
      <c:overlay val="0"/>
    </c:title>
    <c:plotArea>
      <c:layout/>
      <c:scatterChart>
        <c:scatterStyle val="marker"/>
        <c:ser>
          <c:idx val="0"/>
          <c:order val="0"/>
          <c:tx>
            <c:v>Asking price</c:v>
          </c:tx>
          <c:spPr>
            <a:ln>
              <a:noFill/>
            </a:ln>
          </c:spPr>
          <c:marker>
            <c:symbol val="circle"/>
            <c:size val="3"/>
            <c:spPr>
              <a:solidFill>
                <a:srgbClr val="277C64">
                  <a:alpha val="35000"/>
                </a:srgbClr>
              </a:solidFill>
              <a:ln>
                <a:noFill/>
              </a:ln>
            </c:spPr>
          </c:marker>
          <c:xVal>
            <c:numRef>
              <c:f>'Chart Data'!$A$2:$A$1201</c:f>
              <c:numCache>
                <c:formatCode>0.00</c:formatCode>
                <c:ptCount val="1200"/>
                <c:pt idx="0">
                  <c:v>114</c:v>
                </c:pt>
                <c:pt idx="1">
                  <c:v>111.111</c:v>
                </c:pt>
                <c:pt idx="2">
                  <c:v>95</c:v>
                </c:pt>
                <c:pt idx="3">
                  <c:v>26.314</c:v>
                </c:pt>
                <c:pt idx="4">
                  <c:v>638.832</c:v>
                </c:pt>
                <c:pt idx="5">
                  <c:v>150</c:v>
                </c:pt>
                <c:pt idx="6">
                  <c:v>154</c:v>
                </c:pt>
                <c:pt idx="7">
                  <c:v>71</c:v>
                </c:pt>
                <c:pt idx="8">
                  <c:v>121.5</c:v>
                </c:pt>
                <c:pt idx="9">
                  <c:v>120</c:v>
                </c:pt>
                <c:pt idx="10">
                  <c:v>450</c:v>
                </c:pt>
                <c:pt idx="11">
                  <c:v>50.528</c:v>
                </c:pt>
                <c:pt idx="12">
                  <c:v>204</c:v>
                </c:pt>
                <c:pt idx="13">
                  <c:v>7.5</c:v>
                </c:pt>
                <c:pt idx="14">
                  <c:v>86</c:v>
                </c:pt>
                <c:pt idx="15">
                  <c:v>384.5</c:v>
                </c:pt>
                <c:pt idx="16">
                  <c:v>181.704</c:v>
                </c:pt>
                <c:pt idx="17">
                  <c:v>71.3</c:v>
                </c:pt>
                <c:pt idx="18">
                  <c:v>117</c:v>
                </c:pt>
                <c:pt idx="19">
                  <c:v>13</c:v>
                </c:pt>
                <c:pt idx="20">
                  <c:v>450</c:v>
                </c:pt>
                <c:pt idx="21">
                  <c:v>414</c:v>
                </c:pt>
                <c:pt idx="22">
                  <c:v>290</c:v>
                </c:pt>
                <c:pt idx="23">
                  <c:v>220</c:v>
                </c:pt>
                <c:pt idx="24">
                  <c:v>42</c:v>
                </c:pt>
                <c:pt idx="25">
                  <c:v>200</c:v>
                </c:pt>
                <c:pt idx="26">
                  <c:v>127</c:v>
                </c:pt>
                <c:pt idx="27">
                  <c:v>117</c:v>
                </c:pt>
                <c:pt idx="28">
                  <c:v>411.563</c:v>
                </c:pt>
                <c:pt idx="29">
                  <c:v>135.117</c:v>
                </c:pt>
                <c:pt idx="30">
                  <c:v>30</c:v>
                </c:pt>
                <c:pt idx="31">
                  <c:v>112</c:v>
                </c:pt>
                <c:pt idx="32">
                  <c:v>133</c:v>
                </c:pt>
                <c:pt idx="33">
                  <c:v>72</c:v>
                </c:pt>
                <c:pt idx="34">
                  <c:v>236</c:v>
                </c:pt>
                <c:pt idx="35">
                  <c:v>244</c:v>
                </c:pt>
                <c:pt idx="36">
                  <c:v>300</c:v>
                </c:pt>
                <c:pt idx="37">
                  <c:v>39</c:v>
                </c:pt>
                <c:pt idx="38">
                  <c:v>300</c:v>
                </c:pt>
                <c:pt idx="39">
                  <c:v>222.222</c:v>
                </c:pt>
                <c:pt idx="40">
                  <c:v>240</c:v>
                </c:pt>
                <c:pt idx="41">
                  <c:v>114</c:v>
                </c:pt>
                <c:pt idx="42">
                  <c:v>177</c:v>
                </c:pt>
                <c:pt idx="43">
                  <c:v>78</c:v>
                </c:pt>
                <c:pt idx="44">
                  <c:v>73</c:v>
                </c:pt>
                <c:pt idx="45">
                  <c:v>12</c:v>
                </c:pt>
                <c:pt idx="46">
                  <c:v>81</c:v>
                </c:pt>
                <c:pt idx="47">
                  <c:v>230</c:v>
                </c:pt>
                <c:pt idx="48">
                  <c:v>190</c:v>
                </c:pt>
                <c:pt idx="49">
                  <c:v>83</c:v>
                </c:pt>
                <c:pt idx="50">
                  <c:v>411.983</c:v>
                </c:pt>
                <c:pt idx="51">
                  <c:v>100</c:v>
                </c:pt>
                <c:pt idx="52">
                  <c:v>150</c:v>
                </c:pt>
                <c:pt idx="53">
                  <c:v>357</c:v>
                </c:pt>
                <c:pt idx="54">
                  <c:v>69.347</c:v>
                </c:pt>
                <c:pt idx="55">
                  <c:v>49</c:v>
                </c:pt>
                <c:pt idx="56">
                  <c:v>129</c:v>
                </c:pt>
                <c:pt idx="57">
                  <c:v>300</c:v>
                </c:pt>
                <c:pt idx="58">
                  <c:v>50</c:v>
                </c:pt>
                <c:pt idx="59">
                  <c:v>256.936</c:v>
                </c:pt>
                <c:pt idx="60">
                  <c:v>320</c:v>
                </c:pt>
                <c:pt idx="61">
                  <c:v>32</c:v>
                </c:pt>
                <c:pt idx="62">
                  <c:v>266</c:v>
                </c:pt>
                <c:pt idx="63">
                  <c:v>0.257</c:v>
                </c:pt>
                <c:pt idx="64">
                  <c:v>162.821</c:v>
                </c:pt>
                <c:pt idx="65">
                  <c:v>140</c:v>
                </c:pt>
                <c:pt idx="66">
                  <c:v>126.203</c:v>
                </c:pt>
                <c:pt idx="67">
                  <c:v>14</c:v>
                </c:pt>
                <c:pt idx="68">
                  <c:v>85</c:v>
                </c:pt>
                <c:pt idx="69">
                  <c:v>200</c:v>
                </c:pt>
                <c:pt idx="70">
                  <c:v>52.04</c:v>
                </c:pt>
                <c:pt idx="71">
                  <c:v>130</c:v>
                </c:pt>
                <c:pt idx="72">
                  <c:v>115</c:v>
                </c:pt>
                <c:pt idx="73">
                  <c:v>20</c:v>
                </c:pt>
                <c:pt idx="74">
                  <c:v>350</c:v>
                </c:pt>
                <c:pt idx="75">
                  <c:v>139.4</c:v>
                </c:pt>
                <c:pt idx="76">
                  <c:v>95</c:v>
                </c:pt>
                <c:pt idx="77">
                  <c:v>270</c:v>
                </c:pt>
                <c:pt idx="78">
                  <c:v>300</c:v>
                </c:pt>
                <c:pt idx="79">
                  <c:v>264.753</c:v>
                </c:pt>
                <c:pt idx="80">
                  <c:v>150</c:v>
                </c:pt>
                <c:pt idx="81">
                  <c:v>11.5</c:v>
                </c:pt>
                <c:pt idx="82">
                  <c:v>189</c:v>
                </c:pt>
                <c:pt idx="83">
                  <c:v>458.833</c:v>
                </c:pt>
                <c:pt idx="84">
                  <c:v>206</c:v>
                </c:pt>
                <c:pt idx="85">
                  <c:v>120</c:v>
                </c:pt>
                <c:pt idx="86">
                  <c:v>7</c:v>
                </c:pt>
                <c:pt idx="87">
                  <c:v>291.279</c:v>
                </c:pt>
                <c:pt idx="88">
                  <c:v>262</c:v>
                </c:pt>
                <c:pt idx="89">
                  <c:v>58</c:v>
                </c:pt>
                <c:pt idx="90">
                  <c:v>200</c:v>
                </c:pt>
                <c:pt idx="91">
                  <c:v>2</c:v>
                </c:pt>
                <c:pt idx="92">
                  <c:v>360</c:v>
                </c:pt>
                <c:pt idx="93">
                  <c:v>188</c:v>
                </c:pt>
                <c:pt idx="94">
                  <c:v>21</c:v>
                </c:pt>
                <c:pt idx="95">
                  <c:v>320</c:v>
                </c:pt>
                <c:pt idx="96">
                  <c:v>171</c:v>
                </c:pt>
                <c:pt idx="97">
                  <c:v>280</c:v>
                </c:pt>
                <c:pt idx="98">
                  <c:v>187</c:v>
                </c:pt>
                <c:pt idx="99">
                  <c:v>173.905</c:v>
                </c:pt>
                <c:pt idx="100">
                  <c:v>215</c:v>
                </c:pt>
                <c:pt idx="101">
                  <c:v>136</c:v>
                </c:pt>
                <c:pt idx="102">
                  <c:v>168</c:v>
                </c:pt>
                <c:pt idx="103">
                  <c:v>106</c:v>
                </c:pt>
                <c:pt idx="104">
                  <c:v>27.5</c:v>
                </c:pt>
                <c:pt idx="105">
                  <c:v>59</c:v>
                </c:pt>
                <c:pt idx="106">
                  <c:v>48.31</c:v>
                </c:pt>
                <c:pt idx="107">
                  <c:v>222</c:v>
                </c:pt>
                <c:pt idx="108">
                  <c:v>49.99</c:v>
                </c:pt>
                <c:pt idx="109">
                  <c:v>136.68</c:v>
                </c:pt>
                <c:pt idx="110">
                  <c:v>32</c:v>
                </c:pt>
                <c:pt idx="111">
                  <c:v>160</c:v>
                </c:pt>
                <c:pt idx="112">
                  <c:v>380</c:v>
                </c:pt>
                <c:pt idx="113">
                  <c:v>31</c:v>
                </c:pt>
                <c:pt idx="114">
                  <c:v>250</c:v>
                </c:pt>
                <c:pt idx="115">
                  <c:v>170</c:v>
                </c:pt>
                <c:pt idx="116">
                  <c:v>65.2</c:v>
                </c:pt>
                <c:pt idx="117">
                  <c:v>260</c:v>
                </c:pt>
                <c:pt idx="118">
                  <c:v>260</c:v>
                </c:pt>
                <c:pt idx="119">
                  <c:v>200</c:v>
                </c:pt>
                <c:pt idx="120">
                  <c:v>275</c:v>
                </c:pt>
                <c:pt idx="121">
                  <c:v>165</c:v>
                </c:pt>
                <c:pt idx="122">
                  <c:v>344</c:v>
                </c:pt>
                <c:pt idx="123">
                  <c:v>150</c:v>
                </c:pt>
                <c:pt idx="124">
                  <c:v>92</c:v>
                </c:pt>
                <c:pt idx="125">
                  <c:v>197</c:v>
                </c:pt>
                <c:pt idx="126">
                  <c:v>345.992</c:v>
                </c:pt>
                <c:pt idx="127">
                  <c:v>69</c:v>
                </c:pt>
                <c:pt idx="128">
                  <c:v>104.52</c:v>
                </c:pt>
                <c:pt idx="129">
                  <c:v>444.444</c:v>
                </c:pt>
                <c:pt idx="130">
                  <c:v>36</c:v>
                </c:pt>
                <c:pt idx="131">
                  <c:v>321.6</c:v>
                </c:pt>
                <c:pt idx="132">
                  <c:v>250</c:v>
                </c:pt>
                <c:pt idx="133">
                  <c:v>289.44</c:v>
                </c:pt>
                <c:pt idx="134">
                  <c:v>150</c:v>
                </c:pt>
                <c:pt idx="135">
                  <c:v>82</c:v>
                </c:pt>
                <c:pt idx="136">
                  <c:v>30</c:v>
                </c:pt>
                <c:pt idx="137">
                  <c:v>40</c:v>
                </c:pt>
                <c:pt idx="138">
                  <c:v>200</c:v>
                </c:pt>
                <c:pt idx="139">
                  <c:v>120</c:v>
                </c:pt>
                <c:pt idx="140">
                  <c:v>400</c:v>
                </c:pt>
                <c:pt idx="141">
                  <c:v>15.375</c:v>
                </c:pt>
                <c:pt idx="142">
                  <c:v>67.558</c:v>
                </c:pt>
                <c:pt idx="143">
                  <c:v>222.221</c:v>
                </c:pt>
                <c:pt idx="144">
                  <c:v>122</c:v>
                </c:pt>
                <c:pt idx="145">
                  <c:v>96</c:v>
                </c:pt>
                <c:pt idx="146">
                  <c:v>114</c:v>
                </c:pt>
                <c:pt idx="147">
                  <c:v>26.978</c:v>
                </c:pt>
                <c:pt idx="148">
                  <c:v>200</c:v>
                </c:pt>
                <c:pt idx="149">
                  <c:v>94</c:v>
                </c:pt>
                <c:pt idx="150">
                  <c:v>14.76</c:v>
                </c:pt>
                <c:pt idx="151">
                  <c:v>57</c:v>
                </c:pt>
                <c:pt idx="152">
                  <c:v>364</c:v>
                </c:pt>
                <c:pt idx="153">
                  <c:v>180</c:v>
                </c:pt>
                <c:pt idx="154">
                  <c:v>12</c:v>
                </c:pt>
                <c:pt idx="155">
                  <c:v>269</c:v>
                </c:pt>
                <c:pt idx="156">
                  <c:v>93.715</c:v>
                </c:pt>
                <c:pt idx="157">
                  <c:v>100</c:v>
                </c:pt>
                <c:pt idx="158">
                  <c:v>131</c:v>
                </c:pt>
                <c:pt idx="159">
                  <c:v>270</c:v>
                </c:pt>
                <c:pt idx="160">
                  <c:v>87</c:v>
                </c:pt>
                <c:pt idx="161">
                  <c:v>35.5</c:v>
                </c:pt>
                <c:pt idx="162">
                  <c:v>250</c:v>
                </c:pt>
                <c:pt idx="163">
                  <c:v>26.4</c:v>
                </c:pt>
                <c:pt idx="164">
                  <c:v>160.8</c:v>
                </c:pt>
                <c:pt idx="165">
                  <c:v>98.383</c:v>
                </c:pt>
                <c:pt idx="166">
                  <c:v>200</c:v>
                </c:pt>
                <c:pt idx="167">
                  <c:v>192</c:v>
                </c:pt>
                <c:pt idx="168">
                  <c:v>181</c:v>
                </c:pt>
                <c:pt idx="169">
                  <c:v>95</c:v>
                </c:pt>
                <c:pt idx="170">
                  <c:v>86</c:v>
                </c:pt>
                <c:pt idx="171">
                  <c:v>500</c:v>
                </c:pt>
                <c:pt idx="172">
                  <c:v>0.777</c:v>
                </c:pt>
                <c:pt idx="173">
                  <c:v>150</c:v>
                </c:pt>
                <c:pt idx="174">
                  <c:v>160</c:v>
                </c:pt>
                <c:pt idx="175">
                  <c:v>202</c:v>
                </c:pt>
                <c:pt idx="176">
                  <c:v>111</c:v>
                </c:pt>
                <c:pt idx="177">
                  <c:v>180</c:v>
                </c:pt>
                <c:pt idx="178">
                  <c:v>278.228</c:v>
                </c:pt>
                <c:pt idx="179">
                  <c:v>12.776</c:v>
                </c:pt>
                <c:pt idx="180">
                  <c:v>380</c:v>
                </c:pt>
                <c:pt idx="181">
                  <c:v>29</c:v>
                </c:pt>
                <c:pt idx="182">
                  <c:v>58</c:v>
                </c:pt>
                <c:pt idx="183">
                  <c:v>68</c:v>
                </c:pt>
                <c:pt idx="184">
                  <c:v>160</c:v>
                </c:pt>
                <c:pt idx="185">
                  <c:v>300</c:v>
                </c:pt>
                <c:pt idx="186">
                  <c:v>38</c:v>
                </c:pt>
                <c:pt idx="187">
                  <c:v>49</c:v>
                </c:pt>
                <c:pt idx="188">
                  <c:v>18.7</c:v>
                </c:pt>
                <c:pt idx="189">
                  <c:v>110</c:v>
                </c:pt>
                <c:pt idx="190">
                  <c:v>86</c:v>
                </c:pt>
                <c:pt idx="191">
                  <c:v>274.777</c:v>
                </c:pt>
                <c:pt idx="192">
                  <c:v>173.256</c:v>
                </c:pt>
                <c:pt idx="193">
                  <c:v>180</c:v>
                </c:pt>
                <c:pt idx="194">
                  <c:v>217.867</c:v>
                </c:pt>
                <c:pt idx="195">
                  <c:v>198</c:v>
                </c:pt>
                <c:pt idx="196">
                  <c:v>116</c:v>
                </c:pt>
                <c:pt idx="197">
                  <c:v>267</c:v>
                </c:pt>
                <c:pt idx="198">
                  <c:v>80</c:v>
                </c:pt>
                <c:pt idx="199">
                  <c:v>289.62</c:v>
                </c:pt>
                <c:pt idx="200">
                  <c:v>2</c:v>
                </c:pt>
                <c:pt idx="201">
                  <c:v>109</c:v>
                </c:pt>
                <c:pt idx="202">
                  <c:v>47</c:v>
                </c:pt>
                <c:pt idx="203">
                  <c:v>300</c:v>
                </c:pt>
                <c:pt idx="204">
                  <c:v>320</c:v>
                </c:pt>
                <c:pt idx="205">
                  <c:v>19</c:v>
                </c:pt>
                <c:pt idx="206">
                  <c:v>295</c:v>
                </c:pt>
                <c:pt idx="207">
                  <c:v>180</c:v>
                </c:pt>
                <c:pt idx="208">
                  <c:v>240</c:v>
                </c:pt>
                <c:pt idx="209">
                  <c:v>224</c:v>
                </c:pt>
                <c:pt idx="210">
                  <c:v>171</c:v>
                </c:pt>
                <c:pt idx="211">
                  <c:v>200</c:v>
                </c:pt>
                <c:pt idx="212">
                  <c:v>265</c:v>
                </c:pt>
                <c:pt idx="213">
                  <c:v>27.5</c:v>
                </c:pt>
                <c:pt idx="214">
                  <c:v>77.276</c:v>
                </c:pt>
                <c:pt idx="215">
                  <c:v>80</c:v>
                </c:pt>
                <c:pt idx="216">
                  <c:v>180</c:v>
                </c:pt>
                <c:pt idx="217">
                  <c:v>124.5</c:v>
                </c:pt>
                <c:pt idx="218">
                  <c:v>164</c:v>
                </c:pt>
                <c:pt idx="219">
                  <c:v>108.5</c:v>
                </c:pt>
                <c:pt idx="220">
                  <c:v>521.866</c:v>
                </c:pt>
                <c:pt idx="221">
                  <c:v>200</c:v>
                </c:pt>
                <c:pt idx="222">
                  <c:v>183</c:v>
                </c:pt>
                <c:pt idx="223">
                  <c:v>69</c:v>
                </c:pt>
                <c:pt idx="224">
                  <c:v>20</c:v>
                </c:pt>
                <c:pt idx="225">
                  <c:v>243</c:v>
                </c:pt>
                <c:pt idx="226">
                  <c:v>100</c:v>
                </c:pt>
                <c:pt idx="227">
                  <c:v>205</c:v>
                </c:pt>
                <c:pt idx="228">
                  <c:v>42</c:v>
                </c:pt>
                <c:pt idx="229">
                  <c:v>215.363</c:v>
                </c:pt>
                <c:pt idx="230">
                  <c:v>37.5</c:v>
                </c:pt>
                <c:pt idx="231">
                  <c:v>265.485</c:v>
                </c:pt>
                <c:pt idx="232">
                  <c:v>183</c:v>
                </c:pt>
                <c:pt idx="233">
                  <c:v>600</c:v>
                </c:pt>
                <c:pt idx="234">
                  <c:v>147</c:v>
                </c:pt>
                <c:pt idx="235">
                  <c:v>250</c:v>
                </c:pt>
                <c:pt idx="236">
                  <c:v>240</c:v>
                </c:pt>
                <c:pt idx="237">
                  <c:v>65</c:v>
                </c:pt>
                <c:pt idx="238">
                  <c:v>122</c:v>
                </c:pt>
                <c:pt idx="239">
                  <c:v>39.687</c:v>
                </c:pt>
                <c:pt idx="240">
                  <c:v>185.237</c:v>
                </c:pt>
                <c:pt idx="241">
                  <c:v>350</c:v>
                </c:pt>
                <c:pt idx="242">
                  <c:v>155</c:v>
                </c:pt>
                <c:pt idx="243">
                  <c:v>139.8</c:v>
                </c:pt>
                <c:pt idx="244">
                  <c:v>194</c:v>
                </c:pt>
                <c:pt idx="245">
                  <c:v>317</c:v>
                </c:pt>
                <c:pt idx="246">
                  <c:v>195</c:v>
                </c:pt>
                <c:pt idx="247">
                  <c:v>400</c:v>
                </c:pt>
                <c:pt idx="248">
                  <c:v>0.015</c:v>
                </c:pt>
                <c:pt idx="249">
                  <c:v>200</c:v>
                </c:pt>
                <c:pt idx="250">
                  <c:v>140</c:v>
                </c:pt>
                <c:pt idx="251">
                  <c:v>165.62</c:v>
                </c:pt>
                <c:pt idx="252">
                  <c:v>80</c:v>
                </c:pt>
                <c:pt idx="253">
                  <c:v>150</c:v>
                </c:pt>
                <c:pt idx="254">
                  <c:v>245</c:v>
                </c:pt>
                <c:pt idx="255">
                  <c:v>157</c:v>
                </c:pt>
                <c:pt idx="256">
                  <c:v>441.604</c:v>
                </c:pt>
                <c:pt idx="257">
                  <c:v>80</c:v>
                </c:pt>
                <c:pt idx="258">
                  <c:v>133</c:v>
                </c:pt>
                <c:pt idx="259">
                  <c:v>60</c:v>
                </c:pt>
                <c:pt idx="260">
                  <c:v>230</c:v>
                </c:pt>
                <c:pt idx="261">
                  <c:v>69.991</c:v>
                </c:pt>
                <c:pt idx="262">
                  <c:v>240</c:v>
                </c:pt>
                <c:pt idx="263">
                  <c:v>75</c:v>
                </c:pt>
                <c:pt idx="264">
                  <c:v>531.851</c:v>
                </c:pt>
                <c:pt idx="265">
                  <c:v>189</c:v>
                </c:pt>
                <c:pt idx="266">
                  <c:v>9</c:v>
                </c:pt>
                <c:pt idx="267">
                  <c:v>233</c:v>
                </c:pt>
                <c:pt idx="268">
                  <c:v>263</c:v>
                </c:pt>
                <c:pt idx="269">
                  <c:v>41</c:v>
                </c:pt>
                <c:pt idx="270">
                  <c:v>185</c:v>
                </c:pt>
                <c:pt idx="271">
                  <c:v>185</c:v>
                </c:pt>
                <c:pt idx="272">
                  <c:v>353.604</c:v>
                </c:pt>
                <c:pt idx="273">
                  <c:v>123.654</c:v>
                </c:pt>
                <c:pt idx="274">
                  <c:v>64</c:v>
                </c:pt>
                <c:pt idx="275">
                  <c:v>106</c:v>
                </c:pt>
                <c:pt idx="276">
                  <c:v>380</c:v>
                </c:pt>
                <c:pt idx="277">
                  <c:v>433</c:v>
                </c:pt>
                <c:pt idx="278">
                  <c:v>192</c:v>
                </c:pt>
                <c:pt idx="279">
                  <c:v>200</c:v>
                </c:pt>
                <c:pt idx="280">
                  <c:v>153.235</c:v>
                </c:pt>
                <c:pt idx="281">
                  <c:v>100</c:v>
                </c:pt>
                <c:pt idx="282">
                  <c:v>125</c:v>
                </c:pt>
                <c:pt idx="283">
                  <c:v>85</c:v>
                </c:pt>
                <c:pt idx="284">
                  <c:v>32</c:v>
                </c:pt>
                <c:pt idx="285">
                  <c:v>132.2</c:v>
                </c:pt>
                <c:pt idx="286">
                  <c:v>141.793</c:v>
                </c:pt>
                <c:pt idx="287">
                  <c:v>129.71</c:v>
                </c:pt>
                <c:pt idx="288">
                  <c:v>18</c:v>
                </c:pt>
                <c:pt idx="289">
                  <c:v>186</c:v>
                </c:pt>
                <c:pt idx="290">
                  <c:v>264.45</c:v>
                </c:pt>
                <c:pt idx="291">
                  <c:v>370</c:v>
                </c:pt>
                <c:pt idx="292">
                  <c:v>3.5</c:v>
                </c:pt>
                <c:pt idx="293">
                  <c:v>100</c:v>
                </c:pt>
                <c:pt idx="294">
                  <c:v>280</c:v>
                </c:pt>
                <c:pt idx="295">
                  <c:v>400</c:v>
                </c:pt>
                <c:pt idx="296">
                  <c:v>268.145</c:v>
                </c:pt>
                <c:pt idx="297">
                  <c:v>127</c:v>
                </c:pt>
                <c:pt idx="298">
                  <c:v>193</c:v>
                </c:pt>
                <c:pt idx="299">
                  <c:v>360.056</c:v>
                </c:pt>
                <c:pt idx="300">
                  <c:v>244</c:v>
                </c:pt>
                <c:pt idx="301">
                  <c:v>96</c:v>
                </c:pt>
                <c:pt idx="302">
                  <c:v>55</c:v>
                </c:pt>
                <c:pt idx="303">
                  <c:v>77.833</c:v>
                </c:pt>
                <c:pt idx="304">
                  <c:v>47</c:v>
                </c:pt>
                <c:pt idx="305">
                  <c:v>58</c:v>
                </c:pt>
                <c:pt idx="306">
                  <c:v>111.111</c:v>
                </c:pt>
                <c:pt idx="307">
                  <c:v>80</c:v>
                </c:pt>
                <c:pt idx="308">
                  <c:v>42.514</c:v>
                </c:pt>
                <c:pt idx="309">
                  <c:v>320</c:v>
                </c:pt>
                <c:pt idx="310">
                  <c:v>320</c:v>
                </c:pt>
                <c:pt idx="311">
                  <c:v>116</c:v>
                </c:pt>
                <c:pt idx="312">
                  <c:v>205</c:v>
                </c:pt>
                <c:pt idx="313">
                  <c:v>105</c:v>
                </c:pt>
                <c:pt idx="314">
                  <c:v>350.544</c:v>
                </c:pt>
                <c:pt idx="315">
                  <c:v>149</c:v>
                </c:pt>
                <c:pt idx="316">
                  <c:v>200</c:v>
                </c:pt>
                <c:pt idx="317">
                  <c:v>30</c:v>
                </c:pt>
                <c:pt idx="318">
                  <c:v>346</c:v>
                </c:pt>
                <c:pt idx="319">
                  <c:v>17</c:v>
                </c:pt>
                <c:pt idx="320">
                  <c:v>259</c:v>
                </c:pt>
                <c:pt idx="321">
                  <c:v>299</c:v>
                </c:pt>
                <c:pt idx="322">
                  <c:v>42</c:v>
                </c:pt>
                <c:pt idx="323">
                  <c:v>109</c:v>
                </c:pt>
                <c:pt idx="324">
                  <c:v>72.476</c:v>
                </c:pt>
                <c:pt idx="325">
                  <c:v>31</c:v>
                </c:pt>
                <c:pt idx="326">
                  <c:v>118.556</c:v>
                </c:pt>
                <c:pt idx="327">
                  <c:v>225.12</c:v>
                </c:pt>
                <c:pt idx="328">
                  <c:v>54</c:v>
                </c:pt>
                <c:pt idx="329">
                  <c:v>578</c:v>
                </c:pt>
                <c:pt idx="330">
                  <c:v>56</c:v>
                </c:pt>
                <c:pt idx="331">
                  <c:v>32</c:v>
                </c:pt>
                <c:pt idx="332">
                  <c:v>328.95</c:v>
                </c:pt>
                <c:pt idx="333">
                  <c:v>13</c:v>
                </c:pt>
                <c:pt idx="334">
                  <c:v>40.5</c:v>
                </c:pt>
                <c:pt idx="335">
                  <c:v>200</c:v>
                </c:pt>
                <c:pt idx="336">
                  <c:v>240.97</c:v>
                </c:pt>
                <c:pt idx="337">
                  <c:v>94.648</c:v>
                </c:pt>
                <c:pt idx="338">
                  <c:v>324</c:v>
                </c:pt>
                <c:pt idx="339">
                  <c:v>233.16</c:v>
                </c:pt>
                <c:pt idx="340">
                  <c:v>100</c:v>
                </c:pt>
                <c:pt idx="341">
                  <c:v>200</c:v>
                </c:pt>
                <c:pt idx="342">
                  <c:v>158</c:v>
                </c:pt>
                <c:pt idx="343">
                  <c:v>186</c:v>
                </c:pt>
                <c:pt idx="344">
                  <c:v>43.255</c:v>
                </c:pt>
                <c:pt idx="345">
                  <c:v>66</c:v>
                </c:pt>
                <c:pt idx="346">
                  <c:v>0.77</c:v>
                </c:pt>
                <c:pt idx="347">
                  <c:v>250</c:v>
                </c:pt>
                <c:pt idx="348">
                  <c:v>16</c:v>
                </c:pt>
                <c:pt idx="349">
                  <c:v>229</c:v>
                </c:pt>
                <c:pt idx="350">
                  <c:v>500</c:v>
                </c:pt>
                <c:pt idx="351">
                  <c:v>77.777</c:v>
                </c:pt>
                <c:pt idx="352">
                  <c:v>160.8</c:v>
                </c:pt>
                <c:pt idx="353">
                  <c:v>1</c:v>
                </c:pt>
                <c:pt idx="354">
                  <c:v>281.206</c:v>
                </c:pt>
                <c:pt idx="355">
                  <c:v>251</c:v>
                </c:pt>
                <c:pt idx="356">
                  <c:v>79.5</c:v>
                </c:pt>
                <c:pt idx="357">
                  <c:v>246</c:v>
                </c:pt>
                <c:pt idx="358">
                  <c:v>200</c:v>
                </c:pt>
                <c:pt idx="359">
                  <c:v>212.458</c:v>
                </c:pt>
                <c:pt idx="360">
                  <c:v>52</c:v>
                </c:pt>
                <c:pt idx="361">
                  <c:v>245.56</c:v>
                </c:pt>
                <c:pt idx="362">
                  <c:v>108</c:v>
                </c:pt>
                <c:pt idx="363">
                  <c:v>372.774</c:v>
                </c:pt>
                <c:pt idx="364">
                  <c:v>15</c:v>
                </c:pt>
                <c:pt idx="365">
                  <c:v>77.777</c:v>
                </c:pt>
                <c:pt idx="366">
                  <c:v>0.02</c:v>
                </c:pt>
                <c:pt idx="367">
                  <c:v>219.089</c:v>
                </c:pt>
                <c:pt idx="368">
                  <c:v>21</c:v>
                </c:pt>
                <c:pt idx="369">
                  <c:v>88</c:v>
                </c:pt>
                <c:pt idx="370">
                  <c:v>250</c:v>
                </c:pt>
                <c:pt idx="371">
                  <c:v>118</c:v>
                </c:pt>
                <c:pt idx="372">
                  <c:v>479.482</c:v>
                </c:pt>
                <c:pt idx="373">
                  <c:v>193</c:v>
                </c:pt>
                <c:pt idx="374">
                  <c:v>0.2</c:v>
                </c:pt>
                <c:pt idx="375">
                  <c:v>130.7</c:v>
                </c:pt>
                <c:pt idx="376">
                  <c:v>247</c:v>
                </c:pt>
                <c:pt idx="377">
                  <c:v>450</c:v>
                </c:pt>
                <c:pt idx="378">
                  <c:v>100</c:v>
                </c:pt>
                <c:pt idx="379">
                  <c:v>112.232</c:v>
                </c:pt>
                <c:pt idx="380">
                  <c:v>160</c:v>
                </c:pt>
                <c:pt idx="381">
                  <c:v>320</c:v>
                </c:pt>
                <c:pt idx="382">
                  <c:v>307.09</c:v>
                </c:pt>
                <c:pt idx="383">
                  <c:v>185</c:v>
                </c:pt>
                <c:pt idx="384">
                  <c:v>100</c:v>
                </c:pt>
                <c:pt idx="385">
                  <c:v>65</c:v>
                </c:pt>
                <c:pt idx="386">
                  <c:v>260.84</c:v>
                </c:pt>
                <c:pt idx="387">
                  <c:v>128</c:v>
                </c:pt>
                <c:pt idx="388">
                  <c:v>98</c:v>
                </c:pt>
                <c:pt idx="389">
                  <c:v>116</c:v>
                </c:pt>
                <c:pt idx="390">
                  <c:v>6</c:v>
                </c:pt>
                <c:pt idx="391">
                  <c:v>67</c:v>
                </c:pt>
                <c:pt idx="392">
                  <c:v>108.7</c:v>
                </c:pt>
                <c:pt idx="393">
                  <c:v>250</c:v>
                </c:pt>
                <c:pt idx="394">
                  <c:v>160</c:v>
                </c:pt>
                <c:pt idx="395">
                  <c:v>31</c:v>
                </c:pt>
                <c:pt idx="396">
                  <c:v>14</c:v>
                </c:pt>
                <c:pt idx="397">
                  <c:v>320</c:v>
                </c:pt>
                <c:pt idx="398">
                  <c:v>203</c:v>
                </c:pt>
                <c:pt idx="399">
                  <c:v>88</c:v>
                </c:pt>
                <c:pt idx="400">
                  <c:v>50</c:v>
                </c:pt>
                <c:pt idx="401">
                  <c:v>69</c:v>
                </c:pt>
                <c:pt idx="402">
                  <c:v>320</c:v>
                </c:pt>
                <c:pt idx="403">
                  <c:v>17.3</c:v>
                </c:pt>
                <c:pt idx="404">
                  <c:v>41.819</c:v>
                </c:pt>
                <c:pt idx="405">
                  <c:v>91.8</c:v>
                </c:pt>
                <c:pt idx="406">
                  <c:v>53</c:v>
                </c:pt>
                <c:pt idx="407">
                  <c:v>515.4</c:v>
                </c:pt>
                <c:pt idx="408">
                  <c:v>18</c:v>
                </c:pt>
                <c:pt idx="409">
                  <c:v>325.408</c:v>
                </c:pt>
                <c:pt idx="410">
                  <c:v>254.154</c:v>
                </c:pt>
                <c:pt idx="411">
                  <c:v>130</c:v>
                </c:pt>
                <c:pt idx="412">
                  <c:v>165</c:v>
                </c:pt>
                <c:pt idx="413">
                  <c:v>279</c:v>
                </c:pt>
                <c:pt idx="414">
                  <c:v>35.5</c:v>
                </c:pt>
                <c:pt idx="415">
                  <c:v>142</c:v>
                </c:pt>
                <c:pt idx="416">
                  <c:v>85</c:v>
                </c:pt>
                <c:pt idx="417">
                  <c:v>93</c:v>
                </c:pt>
                <c:pt idx="418">
                  <c:v>96</c:v>
                </c:pt>
                <c:pt idx="419">
                  <c:v>38</c:v>
                </c:pt>
                <c:pt idx="420">
                  <c:v>144</c:v>
                </c:pt>
                <c:pt idx="421">
                  <c:v>125</c:v>
                </c:pt>
                <c:pt idx="422">
                  <c:v>200</c:v>
                </c:pt>
                <c:pt idx="423">
                  <c:v>25</c:v>
                </c:pt>
                <c:pt idx="424">
                  <c:v>450</c:v>
                </c:pt>
                <c:pt idx="425">
                  <c:v>250</c:v>
                </c:pt>
                <c:pt idx="426">
                  <c:v>97</c:v>
                </c:pt>
                <c:pt idx="427">
                  <c:v>150</c:v>
                </c:pt>
                <c:pt idx="428">
                  <c:v>200</c:v>
                </c:pt>
                <c:pt idx="429">
                  <c:v>212.807</c:v>
                </c:pt>
                <c:pt idx="430">
                  <c:v>186.528</c:v>
                </c:pt>
                <c:pt idx="431">
                  <c:v>660</c:v>
                </c:pt>
                <c:pt idx="432">
                  <c:v>28</c:v>
                </c:pt>
                <c:pt idx="433">
                  <c:v>170</c:v>
                </c:pt>
                <c:pt idx="434">
                  <c:v>194</c:v>
                </c:pt>
                <c:pt idx="435">
                  <c:v>185.27</c:v>
                </c:pt>
                <c:pt idx="436">
                  <c:v>80</c:v>
                </c:pt>
                <c:pt idx="437">
                  <c:v>35</c:v>
                </c:pt>
                <c:pt idx="438">
                  <c:v>217</c:v>
                </c:pt>
                <c:pt idx="439">
                  <c:v>184</c:v>
                </c:pt>
                <c:pt idx="440">
                  <c:v>268.444</c:v>
                </c:pt>
                <c:pt idx="441">
                  <c:v>76</c:v>
                </c:pt>
                <c:pt idx="442">
                  <c:v>190</c:v>
                </c:pt>
                <c:pt idx="443">
                  <c:v>57</c:v>
                </c:pt>
                <c:pt idx="444">
                  <c:v>62</c:v>
                </c:pt>
                <c:pt idx="445">
                  <c:v>115</c:v>
                </c:pt>
                <c:pt idx="446">
                  <c:v>62.5</c:v>
                </c:pt>
                <c:pt idx="447">
                  <c:v>73</c:v>
                </c:pt>
                <c:pt idx="448">
                  <c:v>470</c:v>
                </c:pt>
                <c:pt idx="449">
                  <c:v>159.439</c:v>
                </c:pt>
                <c:pt idx="450">
                  <c:v>123</c:v>
                </c:pt>
                <c:pt idx="451">
                  <c:v>50</c:v>
                </c:pt>
                <c:pt idx="452">
                  <c:v>22</c:v>
                </c:pt>
                <c:pt idx="453">
                  <c:v>233.618</c:v>
                </c:pt>
                <c:pt idx="454">
                  <c:v>208</c:v>
                </c:pt>
                <c:pt idx="455">
                  <c:v>201.686</c:v>
                </c:pt>
                <c:pt idx="456">
                  <c:v>229</c:v>
                </c:pt>
                <c:pt idx="457">
                  <c:v>167</c:v>
                </c:pt>
                <c:pt idx="458">
                  <c:v>72</c:v>
                </c:pt>
                <c:pt idx="459">
                  <c:v>480</c:v>
                </c:pt>
                <c:pt idx="460">
                  <c:v>100</c:v>
                </c:pt>
                <c:pt idx="461">
                  <c:v>255.721</c:v>
                </c:pt>
                <c:pt idx="462">
                  <c:v>98</c:v>
                </c:pt>
                <c:pt idx="463">
                  <c:v>70</c:v>
                </c:pt>
                <c:pt idx="464">
                  <c:v>259</c:v>
                </c:pt>
                <c:pt idx="465">
                  <c:v>273.36</c:v>
                </c:pt>
                <c:pt idx="466">
                  <c:v>247</c:v>
                </c:pt>
                <c:pt idx="467">
                  <c:v>65</c:v>
                </c:pt>
                <c:pt idx="468">
                  <c:v>146</c:v>
                </c:pt>
                <c:pt idx="469">
                  <c:v>166.666</c:v>
                </c:pt>
                <c:pt idx="470">
                  <c:v>111.359</c:v>
                </c:pt>
                <c:pt idx="471">
                  <c:v>75</c:v>
                </c:pt>
                <c:pt idx="472">
                  <c:v>167.542</c:v>
                </c:pt>
                <c:pt idx="473">
                  <c:v>310</c:v>
                </c:pt>
                <c:pt idx="474">
                  <c:v>165</c:v>
                </c:pt>
                <c:pt idx="475">
                  <c:v>57.099</c:v>
                </c:pt>
                <c:pt idx="476">
                  <c:v>150.277</c:v>
                </c:pt>
                <c:pt idx="477">
                  <c:v>183</c:v>
                </c:pt>
                <c:pt idx="478">
                  <c:v>190</c:v>
                </c:pt>
                <c:pt idx="479">
                  <c:v>161.891</c:v>
                </c:pt>
                <c:pt idx="480">
                  <c:v>250</c:v>
                </c:pt>
                <c:pt idx="481">
                  <c:v>143.006</c:v>
                </c:pt>
                <c:pt idx="482">
                  <c:v>100</c:v>
                </c:pt>
                <c:pt idx="483">
                  <c:v>150</c:v>
                </c:pt>
                <c:pt idx="484">
                  <c:v>467.229</c:v>
                </c:pt>
                <c:pt idx="485">
                  <c:v>221.29</c:v>
                </c:pt>
                <c:pt idx="486">
                  <c:v>250</c:v>
                </c:pt>
                <c:pt idx="487">
                  <c:v>205.336</c:v>
                </c:pt>
                <c:pt idx="488">
                  <c:v>300</c:v>
                </c:pt>
                <c:pt idx="489">
                  <c:v>41.791</c:v>
                </c:pt>
                <c:pt idx="490">
                  <c:v>102</c:v>
                </c:pt>
                <c:pt idx="491">
                  <c:v>57.776</c:v>
                </c:pt>
                <c:pt idx="492">
                  <c:v>42</c:v>
                </c:pt>
                <c:pt idx="493">
                  <c:v>21</c:v>
                </c:pt>
                <c:pt idx="494">
                  <c:v>338</c:v>
                </c:pt>
                <c:pt idx="495">
                  <c:v>330</c:v>
                </c:pt>
                <c:pt idx="496">
                  <c:v>37.584</c:v>
                </c:pt>
                <c:pt idx="497">
                  <c:v>352</c:v>
                </c:pt>
                <c:pt idx="498">
                  <c:v>180</c:v>
                </c:pt>
                <c:pt idx="499">
                  <c:v>200</c:v>
                </c:pt>
                <c:pt idx="500">
                  <c:v>216</c:v>
                </c:pt>
                <c:pt idx="501">
                  <c:v>7</c:v>
                </c:pt>
                <c:pt idx="502">
                  <c:v>442.504</c:v>
                </c:pt>
                <c:pt idx="503">
                  <c:v>0.888</c:v>
                </c:pt>
                <c:pt idx="504">
                  <c:v>143</c:v>
                </c:pt>
                <c:pt idx="505">
                  <c:v>115</c:v>
                </c:pt>
                <c:pt idx="506">
                  <c:v>100</c:v>
                </c:pt>
                <c:pt idx="507">
                  <c:v>421</c:v>
                </c:pt>
                <c:pt idx="508">
                  <c:v>295</c:v>
                </c:pt>
                <c:pt idx="509">
                  <c:v>180</c:v>
                </c:pt>
                <c:pt idx="510">
                  <c:v>350</c:v>
                </c:pt>
                <c:pt idx="511">
                  <c:v>170</c:v>
                </c:pt>
                <c:pt idx="512">
                  <c:v>88</c:v>
                </c:pt>
                <c:pt idx="513">
                  <c:v>177.865</c:v>
                </c:pt>
                <c:pt idx="514">
                  <c:v>194</c:v>
                </c:pt>
                <c:pt idx="515">
                  <c:v>190</c:v>
                </c:pt>
                <c:pt idx="516">
                  <c:v>55.555</c:v>
                </c:pt>
                <c:pt idx="517">
                  <c:v>100</c:v>
                </c:pt>
                <c:pt idx="518">
                  <c:v>240</c:v>
                </c:pt>
                <c:pt idx="519">
                  <c:v>170</c:v>
                </c:pt>
                <c:pt idx="520">
                  <c:v>365</c:v>
                </c:pt>
                <c:pt idx="521">
                  <c:v>50</c:v>
                </c:pt>
                <c:pt idx="522">
                  <c:v>90</c:v>
                </c:pt>
                <c:pt idx="523">
                  <c:v>60</c:v>
                </c:pt>
                <c:pt idx="524">
                  <c:v>250</c:v>
                </c:pt>
                <c:pt idx="525">
                  <c:v>220</c:v>
                </c:pt>
                <c:pt idx="526">
                  <c:v>256</c:v>
                </c:pt>
                <c:pt idx="527">
                  <c:v>129</c:v>
                </c:pt>
                <c:pt idx="528">
                  <c:v>272.573</c:v>
                </c:pt>
                <c:pt idx="529">
                  <c:v>63</c:v>
                </c:pt>
                <c:pt idx="530">
                  <c:v>20</c:v>
                </c:pt>
                <c:pt idx="531">
                  <c:v>185</c:v>
                </c:pt>
                <c:pt idx="532">
                  <c:v>196</c:v>
                </c:pt>
                <c:pt idx="533">
                  <c:v>255</c:v>
                </c:pt>
                <c:pt idx="534">
                  <c:v>7</c:v>
                </c:pt>
                <c:pt idx="535">
                  <c:v>34</c:v>
                </c:pt>
                <c:pt idx="536">
                  <c:v>35</c:v>
                </c:pt>
                <c:pt idx="537">
                  <c:v>178.548</c:v>
                </c:pt>
                <c:pt idx="538">
                  <c:v>175</c:v>
                </c:pt>
                <c:pt idx="539">
                  <c:v>148</c:v>
                </c:pt>
                <c:pt idx="540">
                  <c:v>234</c:v>
                </c:pt>
                <c:pt idx="541">
                  <c:v>333.333</c:v>
                </c:pt>
                <c:pt idx="542">
                  <c:v>250</c:v>
                </c:pt>
                <c:pt idx="543">
                  <c:v>106.842</c:v>
                </c:pt>
                <c:pt idx="544">
                  <c:v>777.777</c:v>
                </c:pt>
                <c:pt idx="545">
                  <c:v>190</c:v>
                </c:pt>
                <c:pt idx="546">
                  <c:v>113</c:v>
                </c:pt>
                <c:pt idx="547">
                  <c:v>100</c:v>
                </c:pt>
                <c:pt idx="548">
                  <c:v>190</c:v>
                </c:pt>
                <c:pt idx="549">
                  <c:v>55.555</c:v>
                </c:pt>
                <c:pt idx="550">
                  <c:v>144.72</c:v>
                </c:pt>
                <c:pt idx="551">
                  <c:v>201.611</c:v>
                </c:pt>
                <c:pt idx="552">
                  <c:v>40.568</c:v>
                </c:pt>
                <c:pt idx="553">
                  <c:v>222.222</c:v>
                </c:pt>
                <c:pt idx="554">
                  <c:v>20.691</c:v>
                </c:pt>
                <c:pt idx="555">
                  <c:v>108.026</c:v>
                </c:pt>
                <c:pt idx="556">
                  <c:v>118</c:v>
                </c:pt>
                <c:pt idx="557">
                  <c:v>104</c:v>
                </c:pt>
                <c:pt idx="558">
                  <c:v>243</c:v>
                </c:pt>
                <c:pt idx="559">
                  <c:v>40</c:v>
                </c:pt>
                <c:pt idx="560">
                  <c:v>86</c:v>
                </c:pt>
                <c:pt idx="561">
                  <c:v>290</c:v>
                </c:pt>
                <c:pt idx="562">
                  <c:v>200</c:v>
                </c:pt>
                <c:pt idx="563">
                  <c:v>45.848</c:v>
                </c:pt>
                <c:pt idx="564">
                  <c:v>154.852</c:v>
                </c:pt>
                <c:pt idx="565">
                  <c:v>105.5</c:v>
                </c:pt>
                <c:pt idx="566">
                  <c:v>27</c:v>
                </c:pt>
                <c:pt idx="567">
                  <c:v>290</c:v>
                </c:pt>
                <c:pt idx="568">
                  <c:v>230</c:v>
                </c:pt>
                <c:pt idx="569">
                  <c:v>204</c:v>
                </c:pt>
                <c:pt idx="570">
                  <c:v>52</c:v>
                </c:pt>
                <c:pt idx="571">
                  <c:v>114</c:v>
                </c:pt>
                <c:pt idx="572">
                  <c:v>162</c:v>
                </c:pt>
                <c:pt idx="573">
                  <c:v>500</c:v>
                </c:pt>
                <c:pt idx="574">
                  <c:v>500</c:v>
                </c:pt>
                <c:pt idx="575">
                  <c:v>300</c:v>
                </c:pt>
                <c:pt idx="576">
                  <c:v>219</c:v>
                </c:pt>
                <c:pt idx="577">
                  <c:v>79.65</c:v>
                </c:pt>
                <c:pt idx="578">
                  <c:v>25</c:v>
                </c:pt>
                <c:pt idx="579">
                  <c:v>338</c:v>
                </c:pt>
                <c:pt idx="580">
                  <c:v>351</c:v>
                </c:pt>
                <c:pt idx="581">
                  <c:v>63.839</c:v>
                </c:pt>
                <c:pt idx="582">
                  <c:v>240</c:v>
                </c:pt>
                <c:pt idx="583">
                  <c:v>53</c:v>
                </c:pt>
                <c:pt idx="584">
                  <c:v>307</c:v>
                </c:pt>
                <c:pt idx="585">
                  <c:v>180.6</c:v>
                </c:pt>
                <c:pt idx="586">
                  <c:v>152</c:v>
                </c:pt>
                <c:pt idx="587">
                  <c:v>105</c:v>
                </c:pt>
                <c:pt idx="588">
                  <c:v>79.112</c:v>
                </c:pt>
                <c:pt idx="589">
                  <c:v>305</c:v>
                </c:pt>
                <c:pt idx="590">
                  <c:v>407</c:v>
                </c:pt>
                <c:pt idx="591">
                  <c:v>424</c:v>
                </c:pt>
                <c:pt idx="592">
                  <c:v>231</c:v>
                </c:pt>
                <c:pt idx="593">
                  <c:v>155</c:v>
                </c:pt>
                <c:pt idx="594">
                  <c:v>112</c:v>
                </c:pt>
                <c:pt idx="595">
                  <c:v>80</c:v>
                </c:pt>
                <c:pt idx="596">
                  <c:v>192.163</c:v>
                </c:pt>
                <c:pt idx="597">
                  <c:v>605.045</c:v>
                </c:pt>
                <c:pt idx="598">
                  <c:v>60</c:v>
                </c:pt>
                <c:pt idx="599">
                  <c:v>0.03</c:v>
                </c:pt>
                <c:pt idx="600">
                  <c:v>300</c:v>
                </c:pt>
                <c:pt idx="601">
                  <c:v>25.5</c:v>
                </c:pt>
                <c:pt idx="602">
                  <c:v>273</c:v>
                </c:pt>
                <c:pt idx="603">
                  <c:v>326</c:v>
                </c:pt>
                <c:pt idx="604">
                  <c:v>59</c:v>
                </c:pt>
                <c:pt idx="605">
                  <c:v>430</c:v>
                </c:pt>
                <c:pt idx="606">
                  <c:v>300</c:v>
                </c:pt>
                <c:pt idx="607">
                  <c:v>270</c:v>
                </c:pt>
                <c:pt idx="608">
                  <c:v>505</c:v>
                </c:pt>
                <c:pt idx="609">
                  <c:v>142.964</c:v>
                </c:pt>
                <c:pt idx="610">
                  <c:v>85</c:v>
                </c:pt>
                <c:pt idx="611">
                  <c:v>149.999</c:v>
                </c:pt>
                <c:pt idx="612">
                  <c:v>38</c:v>
                </c:pt>
                <c:pt idx="613">
                  <c:v>60</c:v>
                </c:pt>
                <c:pt idx="614">
                  <c:v>350</c:v>
                </c:pt>
                <c:pt idx="615">
                  <c:v>0.05</c:v>
                </c:pt>
                <c:pt idx="616">
                  <c:v>280</c:v>
                </c:pt>
                <c:pt idx="617">
                  <c:v>6</c:v>
                </c:pt>
                <c:pt idx="618">
                  <c:v>34</c:v>
                </c:pt>
                <c:pt idx="619">
                  <c:v>520</c:v>
                </c:pt>
                <c:pt idx="620">
                  <c:v>154</c:v>
                </c:pt>
                <c:pt idx="621">
                  <c:v>179</c:v>
                </c:pt>
                <c:pt idx="622">
                  <c:v>40</c:v>
                </c:pt>
                <c:pt idx="623">
                  <c:v>142.4</c:v>
                </c:pt>
                <c:pt idx="624">
                  <c:v>220</c:v>
                </c:pt>
                <c:pt idx="625">
                  <c:v>1</c:v>
                </c:pt>
                <c:pt idx="626">
                  <c:v>296</c:v>
                </c:pt>
                <c:pt idx="627">
                  <c:v>200</c:v>
                </c:pt>
                <c:pt idx="628">
                  <c:v>50</c:v>
                </c:pt>
                <c:pt idx="629">
                  <c:v>350</c:v>
                </c:pt>
                <c:pt idx="630">
                  <c:v>10</c:v>
                </c:pt>
                <c:pt idx="631">
                  <c:v>3.7</c:v>
                </c:pt>
                <c:pt idx="632">
                  <c:v>60</c:v>
                </c:pt>
                <c:pt idx="633">
                  <c:v>111</c:v>
                </c:pt>
                <c:pt idx="634">
                  <c:v>197.784</c:v>
                </c:pt>
                <c:pt idx="635">
                  <c:v>0.5</c:v>
                </c:pt>
                <c:pt idx="636">
                  <c:v>338</c:v>
                </c:pt>
                <c:pt idx="637">
                  <c:v>146</c:v>
                </c:pt>
                <c:pt idx="638">
                  <c:v>9</c:v>
                </c:pt>
                <c:pt idx="639">
                  <c:v>37</c:v>
                </c:pt>
                <c:pt idx="640">
                  <c:v>483.966</c:v>
                </c:pt>
                <c:pt idx="641">
                  <c:v>256</c:v>
                </c:pt>
                <c:pt idx="642">
                  <c:v>13</c:v>
                </c:pt>
                <c:pt idx="643">
                  <c:v>214</c:v>
                </c:pt>
                <c:pt idx="644">
                  <c:v>40</c:v>
                </c:pt>
                <c:pt idx="645">
                  <c:v>211.15</c:v>
                </c:pt>
                <c:pt idx="646">
                  <c:v>74</c:v>
                </c:pt>
                <c:pt idx="647">
                  <c:v>150</c:v>
                </c:pt>
                <c:pt idx="648">
                  <c:v>157</c:v>
                </c:pt>
                <c:pt idx="649">
                  <c:v>354</c:v>
                </c:pt>
                <c:pt idx="650">
                  <c:v>135</c:v>
                </c:pt>
                <c:pt idx="651">
                  <c:v>120</c:v>
                </c:pt>
                <c:pt idx="652">
                  <c:v>160</c:v>
                </c:pt>
                <c:pt idx="653">
                  <c:v>7</c:v>
                </c:pt>
                <c:pt idx="654">
                  <c:v>20</c:v>
                </c:pt>
                <c:pt idx="655">
                  <c:v>167</c:v>
                </c:pt>
                <c:pt idx="656">
                  <c:v>111.111</c:v>
                </c:pt>
                <c:pt idx="657">
                  <c:v>47.586</c:v>
                </c:pt>
                <c:pt idx="658">
                  <c:v>42</c:v>
                </c:pt>
                <c:pt idx="659">
                  <c:v>100</c:v>
                </c:pt>
                <c:pt idx="660">
                  <c:v>194.278</c:v>
                </c:pt>
                <c:pt idx="661">
                  <c:v>97</c:v>
                </c:pt>
                <c:pt idx="662">
                  <c:v>209</c:v>
                </c:pt>
                <c:pt idx="663">
                  <c:v>20.5</c:v>
                </c:pt>
                <c:pt idx="664">
                  <c:v>131</c:v>
                </c:pt>
                <c:pt idx="665">
                  <c:v>78.131</c:v>
                </c:pt>
                <c:pt idx="666">
                  <c:v>20</c:v>
                </c:pt>
                <c:pt idx="667">
                  <c:v>342</c:v>
                </c:pt>
                <c:pt idx="668">
                  <c:v>307.457</c:v>
                </c:pt>
                <c:pt idx="669">
                  <c:v>256.3</c:v>
                </c:pt>
                <c:pt idx="670">
                  <c:v>190</c:v>
                </c:pt>
                <c:pt idx="671">
                  <c:v>35</c:v>
                </c:pt>
                <c:pt idx="672">
                  <c:v>80</c:v>
                </c:pt>
                <c:pt idx="673">
                  <c:v>321.6</c:v>
                </c:pt>
                <c:pt idx="674">
                  <c:v>156</c:v>
                </c:pt>
                <c:pt idx="675">
                  <c:v>560</c:v>
                </c:pt>
                <c:pt idx="676">
                  <c:v>500</c:v>
                </c:pt>
                <c:pt idx="677">
                  <c:v>250</c:v>
                </c:pt>
                <c:pt idx="678">
                  <c:v>291.837</c:v>
                </c:pt>
                <c:pt idx="679">
                  <c:v>185.748</c:v>
                </c:pt>
                <c:pt idx="680">
                  <c:v>55</c:v>
                </c:pt>
                <c:pt idx="681">
                  <c:v>84</c:v>
                </c:pt>
                <c:pt idx="682">
                  <c:v>300</c:v>
                </c:pt>
                <c:pt idx="683">
                  <c:v>245</c:v>
                </c:pt>
                <c:pt idx="684">
                  <c:v>108</c:v>
                </c:pt>
                <c:pt idx="685">
                  <c:v>221.585</c:v>
                </c:pt>
                <c:pt idx="686">
                  <c:v>164.928</c:v>
                </c:pt>
                <c:pt idx="687">
                  <c:v>240</c:v>
                </c:pt>
                <c:pt idx="688">
                  <c:v>350</c:v>
                </c:pt>
                <c:pt idx="689">
                  <c:v>300</c:v>
                </c:pt>
                <c:pt idx="690">
                  <c:v>133.781</c:v>
                </c:pt>
                <c:pt idx="691">
                  <c:v>0.017</c:v>
                </c:pt>
                <c:pt idx="692">
                  <c:v>42</c:v>
                </c:pt>
                <c:pt idx="693">
                  <c:v>35</c:v>
                </c:pt>
                <c:pt idx="694">
                  <c:v>99</c:v>
                </c:pt>
                <c:pt idx="695">
                  <c:v>400</c:v>
                </c:pt>
                <c:pt idx="696">
                  <c:v>35.242</c:v>
                </c:pt>
                <c:pt idx="697">
                  <c:v>54</c:v>
                </c:pt>
                <c:pt idx="698">
                  <c:v>115</c:v>
                </c:pt>
                <c:pt idx="699">
                  <c:v>500</c:v>
                </c:pt>
                <c:pt idx="700">
                  <c:v>130</c:v>
                </c:pt>
                <c:pt idx="701">
                  <c:v>84</c:v>
                </c:pt>
                <c:pt idx="702">
                  <c:v>160</c:v>
                </c:pt>
                <c:pt idx="703">
                  <c:v>321.534</c:v>
                </c:pt>
                <c:pt idx="704">
                  <c:v>58</c:v>
                </c:pt>
                <c:pt idx="705">
                  <c:v>16.5</c:v>
                </c:pt>
                <c:pt idx="706">
                  <c:v>5</c:v>
                </c:pt>
                <c:pt idx="707">
                  <c:v>198</c:v>
                </c:pt>
                <c:pt idx="708">
                  <c:v>152</c:v>
                </c:pt>
                <c:pt idx="709">
                  <c:v>155.545</c:v>
                </c:pt>
                <c:pt idx="710">
                  <c:v>228</c:v>
                </c:pt>
                <c:pt idx="711">
                  <c:v>280</c:v>
                </c:pt>
                <c:pt idx="712">
                  <c:v>76</c:v>
                </c:pt>
                <c:pt idx="713">
                  <c:v>139</c:v>
                </c:pt>
                <c:pt idx="714">
                  <c:v>330</c:v>
                </c:pt>
                <c:pt idx="715">
                  <c:v>265.32</c:v>
                </c:pt>
                <c:pt idx="716">
                  <c:v>195</c:v>
                </c:pt>
                <c:pt idx="717">
                  <c:v>170</c:v>
                </c:pt>
                <c:pt idx="718">
                  <c:v>420</c:v>
                </c:pt>
                <c:pt idx="719">
                  <c:v>180</c:v>
                </c:pt>
                <c:pt idx="720">
                  <c:v>201</c:v>
                </c:pt>
                <c:pt idx="721">
                  <c:v>78.875</c:v>
                </c:pt>
                <c:pt idx="722">
                  <c:v>87.3</c:v>
                </c:pt>
                <c:pt idx="723">
                  <c:v>215</c:v>
                </c:pt>
                <c:pt idx="724">
                  <c:v>82</c:v>
                </c:pt>
                <c:pt idx="725">
                  <c:v>70</c:v>
                </c:pt>
                <c:pt idx="726">
                  <c:v>17.767</c:v>
                </c:pt>
                <c:pt idx="727">
                  <c:v>350</c:v>
                </c:pt>
                <c:pt idx="728">
                  <c:v>136</c:v>
                </c:pt>
                <c:pt idx="729">
                  <c:v>200</c:v>
                </c:pt>
                <c:pt idx="730">
                  <c:v>18</c:v>
                </c:pt>
                <c:pt idx="731">
                  <c:v>113.7</c:v>
                </c:pt>
                <c:pt idx="732">
                  <c:v>320</c:v>
                </c:pt>
                <c:pt idx="733">
                  <c:v>45</c:v>
                </c:pt>
                <c:pt idx="734">
                  <c:v>155</c:v>
                </c:pt>
                <c:pt idx="735">
                  <c:v>155.45</c:v>
                </c:pt>
                <c:pt idx="736">
                  <c:v>55</c:v>
                </c:pt>
                <c:pt idx="737">
                  <c:v>20</c:v>
                </c:pt>
                <c:pt idx="738">
                  <c:v>75</c:v>
                </c:pt>
                <c:pt idx="739">
                  <c:v>582.691</c:v>
                </c:pt>
                <c:pt idx="740">
                  <c:v>203</c:v>
                </c:pt>
                <c:pt idx="741">
                  <c:v>59.095</c:v>
                </c:pt>
                <c:pt idx="742">
                  <c:v>123</c:v>
                </c:pt>
                <c:pt idx="743">
                  <c:v>9</c:v>
                </c:pt>
                <c:pt idx="744">
                  <c:v>120</c:v>
                </c:pt>
                <c:pt idx="745">
                  <c:v>113</c:v>
                </c:pt>
                <c:pt idx="746">
                  <c:v>78</c:v>
                </c:pt>
                <c:pt idx="747">
                  <c:v>21</c:v>
                </c:pt>
                <c:pt idx="748">
                  <c:v>170</c:v>
                </c:pt>
                <c:pt idx="749">
                  <c:v>160</c:v>
                </c:pt>
                <c:pt idx="750">
                  <c:v>170</c:v>
                </c:pt>
                <c:pt idx="751">
                  <c:v>287.017</c:v>
                </c:pt>
                <c:pt idx="752">
                  <c:v>370.824</c:v>
                </c:pt>
                <c:pt idx="753">
                  <c:v>220</c:v>
                </c:pt>
                <c:pt idx="754">
                  <c:v>215</c:v>
                </c:pt>
                <c:pt idx="755">
                  <c:v>175</c:v>
                </c:pt>
                <c:pt idx="756">
                  <c:v>98</c:v>
                </c:pt>
                <c:pt idx="757">
                  <c:v>20</c:v>
                </c:pt>
                <c:pt idx="758">
                  <c:v>85</c:v>
                </c:pt>
                <c:pt idx="759">
                  <c:v>148.057</c:v>
                </c:pt>
                <c:pt idx="760">
                  <c:v>270</c:v>
                </c:pt>
                <c:pt idx="761">
                  <c:v>220</c:v>
                </c:pt>
                <c:pt idx="762">
                  <c:v>80</c:v>
                </c:pt>
                <c:pt idx="763">
                  <c:v>268</c:v>
                </c:pt>
                <c:pt idx="764">
                  <c:v>175</c:v>
                </c:pt>
                <c:pt idx="765">
                  <c:v>201</c:v>
                </c:pt>
                <c:pt idx="766">
                  <c:v>777.777</c:v>
                </c:pt>
                <c:pt idx="767">
                  <c:v>96.177</c:v>
                </c:pt>
                <c:pt idx="768">
                  <c:v>350</c:v>
                </c:pt>
                <c:pt idx="769">
                  <c:v>200</c:v>
                </c:pt>
                <c:pt idx="770">
                  <c:v>132</c:v>
                </c:pt>
                <c:pt idx="771">
                  <c:v>110</c:v>
                </c:pt>
                <c:pt idx="772">
                  <c:v>182</c:v>
                </c:pt>
                <c:pt idx="773">
                  <c:v>131.5</c:v>
                </c:pt>
                <c:pt idx="774">
                  <c:v>10</c:v>
                </c:pt>
                <c:pt idx="775">
                  <c:v>110</c:v>
                </c:pt>
                <c:pt idx="776">
                  <c:v>38.212</c:v>
                </c:pt>
                <c:pt idx="777">
                  <c:v>90</c:v>
                </c:pt>
                <c:pt idx="778">
                  <c:v>82</c:v>
                </c:pt>
                <c:pt idx="779">
                  <c:v>430</c:v>
                </c:pt>
                <c:pt idx="780">
                  <c:v>300</c:v>
                </c:pt>
                <c:pt idx="781">
                  <c:v>233</c:v>
                </c:pt>
                <c:pt idx="782">
                  <c:v>158</c:v>
                </c:pt>
                <c:pt idx="783">
                  <c:v>155</c:v>
                </c:pt>
                <c:pt idx="784">
                  <c:v>31.5</c:v>
                </c:pt>
                <c:pt idx="785">
                  <c:v>241.35</c:v>
                </c:pt>
                <c:pt idx="786">
                  <c:v>260</c:v>
                </c:pt>
                <c:pt idx="787">
                  <c:v>555.555</c:v>
                </c:pt>
                <c:pt idx="788">
                  <c:v>115</c:v>
                </c:pt>
                <c:pt idx="789">
                  <c:v>320</c:v>
                </c:pt>
                <c:pt idx="790">
                  <c:v>104.948</c:v>
                </c:pt>
                <c:pt idx="791">
                  <c:v>598</c:v>
                </c:pt>
                <c:pt idx="792">
                  <c:v>85</c:v>
                </c:pt>
                <c:pt idx="793">
                  <c:v>195.288</c:v>
                </c:pt>
                <c:pt idx="794">
                  <c:v>142</c:v>
                </c:pt>
                <c:pt idx="795">
                  <c:v>25</c:v>
                </c:pt>
                <c:pt idx="796">
                  <c:v>140</c:v>
                </c:pt>
                <c:pt idx="797">
                  <c:v>210</c:v>
                </c:pt>
                <c:pt idx="798">
                  <c:v>36.2</c:v>
                </c:pt>
                <c:pt idx="799">
                  <c:v>117</c:v>
                </c:pt>
                <c:pt idx="800">
                  <c:v>211</c:v>
                </c:pt>
                <c:pt idx="801">
                  <c:v>204</c:v>
                </c:pt>
                <c:pt idx="802">
                  <c:v>124</c:v>
                </c:pt>
                <c:pt idx="803">
                  <c:v>285.752</c:v>
                </c:pt>
                <c:pt idx="804">
                  <c:v>230.5</c:v>
                </c:pt>
                <c:pt idx="805">
                  <c:v>153.351</c:v>
                </c:pt>
                <c:pt idx="806">
                  <c:v>0.999</c:v>
                </c:pt>
                <c:pt idx="807">
                  <c:v>130</c:v>
                </c:pt>
                <c:pt idx="808">
                  <c:v>0.5</c:v>
                </c:pt>
                <c:pt idx="809">
                  <c:v>43</c:v>
                </c:pt>
                <c:pt idx="810">
                  <c:v>17.5</c:v>
                </c:pt>
                <c:pt idx="811">
                  <c:v>41</c:v>
                </c:pt>
                <c:pt idx="812">
                  <c:v>250</c:v>
                </c:pt>
                <c:pt idx="813">
                  <c:v>564.983</c:v>
                </c:pt>
                <c:pt idx="814">
                  <c:v>195</c:v>
                </c:pt>
                <c:pt idx="815">
                  <c:v>163.6</c:v>
                </c:pt>
                <c:pt idx="816">
                  <c:v>180</c:v>
                </c:pt>
                <c:pt idx="817">
                  <c:v>212</c:v>
                </c:pt>
                <c:pt idx="818">
                  <c:v>245.587</c:v>
                </c:pt>
                <c:pt idx="819">
                  <c:v>333.2</c:v>
                </c:pt>
                <c:pt idx="820">
                  <c:v>260</c:v>
                </c:pt>
                <c:pt idx="821">
                  <c:v>200</c:v>
                </c:pt>
                <c:pt idx="822">
                  <c:v>45</c:v>
                </c:pt>
                <c:pt idx="823">
                  <c:v>251</c:v>
                </c:pt>
                <c:pt idx="824">
                  <c:v>400</c:v>
                </c:pt>
                <c:pt idx="825">
                  <c:v>72</c:v>
                </c:pt>
                <c:pt idx="826">
                  <c:v>153</c:v>
                </c:pt>
                <c:pt idx="827">
                  <c:v>216</c:v>
                </c:pt>
                <c:pt idx="828">
                  <c:v>265</c:v>
                </c:pt>
                <c:pt idx="829">
                  <c:v>26</c:v>
                </c:pt>
                <c:pt idx="830">
                  <c:v>22</c:v>
                </c:pt>
                <c:pt idx="831">
                  <c:v>98</c:v>
                </c:pt>
                <c:pt idx="832">
                  <c:v>342</c:v>
                </c:pt>
                <c:pt idx="833">
                  <c:v>171</c:v>
                </c:pt>
                <c:pt idx="834">
                  <c:v>235</c:v>
                </c:pt>
                <c:pt idx="835">
                  <c:v>98</c:v>
                </c:pt>
                <c:pt idx="836">
                  <c:v>227</c:v>
                </c:pt>
                <c:pt idx="837">
                  <c:v>65</c:v>
                </c:pt>
                <c:pt idx="838">
                  <c:v>49</c:v>
                </c:pt>
                <c:pt idx="839">
                  <c:v>176.774</c:v>
                </c:pt>
                <c:pt idx="840">
                  <c:v>157</c:v>
                </c:pt>
                <c:pt idx="841">
                  <c:v>555.555</c:v>
                </c:pt>
                <c:pt idx="842">
                  <c:v>135</c:v>
                </c:pt>
                <c:pt idx="843">
                  <c:v>200</c:v>
                </c:pt>
                <c:pt idx="844">
                  <c:v>180</c:v>
                </c:pt>
                <c:pt idx="845">
                  <c:v>35</c:v>
                </c:pt>
                <c:pt idx="846">
                  <c:v>270</c:v>
                </c:pt>
                <c:pt idx="847">
                  <c:v>280</c:v>
                </c:pt>
                <c:pt idx="848">
                  <c:v>74.5</c:v>
                </c:pt>
                <c:pt idx="849">
                  <c:v>160.8</c:v>
                </c:pt>
                <c:pt idx="850">
                  <c:v>166</c:v>
                </c:pt>
                <c:pt idx="851">
                  <c:v>136.543</c:v>
                </c:pt>
                <c:pt idx="852">
                  <c:v>119.5</c:v>
                </c:pt>
                <c:pt idx="853">
                  <c:v>110</c:v>
                </c:pt>
                <c:pt idx="854">
                  <c:v>222.222</c:v>
                </c:pt>
                <c:pt idx="855">
                  <c:v>205</c:v>
                </c:pt>
                <c:pt idx="856">
                  <c:v>290</c:v>
                </c:pt>
                <c:pt idx="857">
                  <c:v>225.42</c:v>
                </c:pt>
                <c:pt idx="858">
                  <c:v>144</c:v>
                </c:pt>
                <c:pt idx="859">
                  <c:v>315.168</c:v>
                </c:pt>
                <c:pt idx="860">
                  <c:v>56.947</c:v>
                </c:pt>
                <c:pt idx="861">
                  <c:v>170</c:v>
                </c:pt>
                <c:pt idx="862">
                  <c:v>92</c:v>
                </c:pt>
                <c:pt idx="863">
                  <c:v>70</c:v>
                </c:pt>
                <c:pt idx="864">
                  <c:v>57.888</c:v>
                </c:pt>
                <c:pt idx="865">
                  <c:v>336.857</c:v>
                </c:pt>
                <c:pt idx="866">
                  <c:v>111.111</c:v>
                </c:pt>
                <c:pt idx="867">
                  <c:v>179</c:v>
                </c:pt>
                <c:pt idx="868">
                  <c:v>50.1</c:v>
                </c:pt>
                <c:pt idx="869">
                  <c:v>1061.28</c:v>
                </c:pt>
                <c:pt idx="870">
                  <c:v>125</c:v>
                </c:pt>
                <c:pt idx="871">
                  <c:v>140</c:v>
                </c:pt>
                <c:pt idx="872">
                  <c:v>289</c:v>
                </c:pt>
                <c:pt idx="873">
                  <c:v>276</c:v>
                </c:pt>
                <c:pt idx="874">
                  <c:v>117</c:v>
                </c:pt>
                <c:pt idx="875">
                  <c:v>250</c:v>
                </c:pt>
                <c:pt idx="876">
                  <c:v>11.27</c:v>
                </c:pt>
                <c:pt idx="877">
                  <c:v>67</c:v>
                </c:pt>
                <c:pt idx="878">
                  <c:v>136</c:v>
                </c:pt>
                <c:pt idx="879">
                  <c:v>29.5</c:v>
                </c:pt>
                <c:pt idx="880">
                  <c:v>150</c:v>
                </c:pt>
                <c:pt idx="881">
                  <c:v>94</c:v>
                </c:pt>
                <c:pt idx="882">
                  <c:v>61.755</c:v>
                </c:pt>
                <c:pt idx="883">
                  <c:v>79</c:v>
                </c:pt>
                <c:pt idx="884">
                  <c:v>336</c:v>
                </c:pt>
                <c:pt idx="885">
                  <c:v>1.111</c:v>
                </c:pt>
                <c:pt idx="886">
                  <c:v>93</c:v>
                </c:pt>
                <c:pt idx="887">
                  <c:v>55</c:v>
                </c:pt>
                <c:pt idx="888">
                  <c:v>84</c:v>
                </c:pt>
                <c:pt idx="889">
                  <c:v>242.844</c:v>
                </c:pt>
                <c:pt idx="890">
                  <c:v>111.111</c:v>
                </c:pt>
                <c:pt idx="891">
                  <c:v>12</c:v>
                </c:pt>
                <c:pt idx="892">
                  <c:v>15</c:v>
                </c:pt>
                <c:pt idx="893">
                  <c:v>36.344</c:v>
                </c:pt>
                <c:pt idx="894">
                  <c:v>52</c:v>
                </c:pt>
                <c:pt idx="895">
                  <c:v>366</c:v>
                </c:pt>
                <c:pt idx="896">
                  <c:v>130.7</c:v>
                </c:pt>
                <c:pt idx="897">
                  <c:v>49</c:v>
                </c:pt>
                <c:pt idx="898">
                  <c:v>260</c:v>
                </c:pt>
                <c:pt idx="899">
                  <c:v>256.555</c:v>
                </c:pt>
                <c:pt idx="900">
                  <c:v>109.096</c:v>
                </c:pt>
                <c:pt idx="901">
                  <c:v>110</c:v>
                </c:pt>
                <c:pt idx="902">
                  <c:v>156</c:v>
                </c:pt>
                <c:pt idx="903">
                  <c:v>80</c:v>
                </c:pt>
                <c:pt idx="904">
                  <c:v>252.5</c:v>
                </c:pt>
                <c:pt idx="905">
                  <c:v>236</c:v>
                </c:pt>
                <c:pt idx="906">
                  <c:v>400</c:v>
                </c:pt>
                <c:pt idx="907">
                  <c:v>190</c:v>
                </c:pt>
                <c:pt idx="908">
                  <c:v>170</c:v>
                </c:pt>
                <c:pt idx="909">
                  <c:v>70</c:v>
                </c:pt>
                <c:pt idx="910">
                  <c:v>143.171</c:v>
                </c:pt>
                <c:pt idx="911">
                  <c:v>222</c:v>
                </c:pt>
                <c:pt idx="912">
                  <c:v>316</c:v>
                </c:pt>
                <c:pt idx="913">
                  <c:v>30</c:v>
                </c:pt>
                <c:pt idx="914">
                  <c:v>134.088</c:v>
                </c:pt>
                <c:pt idx="915">
                  <c:v>300</c:v>
                </c:pt>
                <c:pt idx="916">
                  <c:v>74</c:v>
                </c:pt>
                <c:pt idx="917">
                  <c:v>185</c:v>
                </c:pt>
                <c:pt idx="918">
                  <c:v>0.777</c:v>
                </c:pt>
                <c:pt idx="919">
                  <c:v>138</c:v>
                </c:pt>
                <c:pt idx="920">
                  <c:v>140</c:v>
                </c:pt>
                <c:pt idx="921">
                  <c:v>235.402</c:v>
                </c:pt>
                <c:pt idx="922">
                  <c:v>112</c:v>
                </c:pt>
                <c:pt idx="923">
                  <c:v>197</c:v>
                </c:pt>
                <c:pt idx="924">
                  <c:v>290.6</c:v>
                </c:pt>
                <c:pt idx="925">
                  <c:v>241.2</c:v>
                </c:pt>
                <c:pt idx="926">
                  <c:v>148</c:v>
                </c:pt>
                <c:pt idx="927">
                  <c:v>250</c:v>
                </c:pt>
                <c:pt idx="928">
                  <c:v>64</c:v>
                </c:pt>
                <c:pt idx="929">
                  <c:v>100</c:v>
                </c:pt>
                <c:pt idx="930">
                  <c:v>70</c:v>
                </c:pt>
                <c:pt idx="931">
                  <c:v>260</c:v>
                </c:pt>
                <c:pt idx="932">
                  <c:v>70</c:v>
                </c:pt>
                <c:pt idx="933">
                  <c:v>237.386</c:v>
                </c:pt>
                <c:pt idx="934">
                  <c:v>240</c:v>
                </c:pt>
                <c:pt idx="935">
                  <c:v>50</c:v>
                </c:pt>
                <c:pt idx="936">
                  <c:v>9.77</c:v>
                </c:pt>
                <c:pt idx="937">
                  <c:v>30</c:v>
                </c:pt>
                <c:pt idx="938">
                  <c:v>56</c:v>
                </c:pt>
                <c:pt idx="939">
                  <c:v>297.523</c:v>
                </c:pt>
                <c:pt idx="940">
                  <c:v>215.502</c:v>
                </c:pt>
                <c:pt idx="941">
                  <c:v>300</c:v>
                </c:pt>
                <c:pt idx="942">
                  <c:v>172.056</c:v>
                </c:pt>
                <c:pt idx="943">
                  <c:v>262.465</c:v>
                </c:pt>
                <c:pt idx="944">
                  <c:v>126.869</c:v>
                </c:pt>
                <c:pt idx="945">
                  <c:v>240</c:v>
                </c:pt>
                <c:pt idx="946">
                  <c:v>29.699</c:v>
                </c:pt>
                <c:pt idx="947">
                  <c:v>270</c:v>
                </c:pt>
                <c:pt idx="948">
                  <c:v>125</c:v>
                </c:pt>
                <c:pt idx="949">
                  <c:v>121.535</c:v>
                </c:pt>
                <c:pt idx="950">
                  <c:v>115</c:v>
                </c:pt>
                <c:pt idx="951">
                  <c:v>99</c:v>
                </c:pt>
                <c:pt idx="952">
                  <c:v>31.5</c:v>
                </c:pt>
                <c:pt idx="953">
                  <c:v>190</c:v>
                </c:pt>
                <c:pt idx="954">
                  <c:v>297</c:v>
                </c:pt>
                <c:pt idx="955">
                  <c:v>444.444</c:v>
                </c:pt>
                <c:pt idx="956">
                  <c:v>70</c:v>
                </c:pt>
                <c:pt idx="957">
                  <c:v>189</c:v>
                </c:pt>
                <c:pt idx="958">
                  <c:v>340</c:v>
                </c:pt>
                <c:pt idx="959">
                  <c:v>21</c:v>
                </c:pt>
                <c:pt idx="960">
                  <c:v>81.105</c:v>
                </c:pt>
                <c:pt idx="961">
                  <c:v>249</c:v>
                </c:pt>
                <c:pt idx="962">
                  <c:v>100</c:v>
                </c:pt>
                <c:pt idx="963">
                  <c:v>340</c:v>
                </c:pt>
                <c:pt idx="964">
                  <c:v>259</c:v>
                </c:pt>
                <c:pt idx="965">
                  <c:v>6</c:v>
                </c:pt>
                <c:pt idx="966">
                  <c:v>177.777</c:v>
                </c:pt>
                <c:pt idx="967">
                  <c:v>62</c:v>
                </c:pt>
                <c:pt idx="968">
                  <c:v>17</c:v>
                </c:pt>
                <c:pt idx="969">
                  <c:v>3.333</c:v>
                </c:pt>
                <c:pt idx="970">
                  <c:v>198.821</c:v>
                </c:pt>
                <c:pt idx="971">
                  <c:v>250</c:v>
                </c:pt>
                <c:pt idx="972">
                  <c:v>28.387</c:v>
                </c:pt>
                <c:pt idx="973">
                  <c:v>165</c:v>
                </c:pt>
                <c:pt idx="974">
                  <c:v>220</c:v>
                </c:pt>
                <c:pt idx="975">
                  <c:v>400</c:v>
                </c:pt>
                <c:pt idx="976">
                  <c:v>120</c:v>
                </c:pt>
                <c:pt idx="977">
                  <c:v>0.777</c:v>
                </c:pt>
                <c:pt idx="978">
                  <c:v>409</c:v>
                </c:pt>
                <c:pt idx="979">
                  <c:v>81.5</c:v>
                </c:pt>
                <c:pt idx="980">
                  <c:v>114.5</c:v>
                </c:pt>
                <c:pt idx="981">
                  <c:v>310</c:v>
                </c:pt>
                <c:pt idx="982">
                  <c:v>55</c:v>
                </c:pt>
                <c:pt idx="983">
                  <c:v>225</c:v>
                </c:pt>
                <c:pt idx="984">
                  <c:v>160</c:v>
                </c:pt>
                <c:pt idx="985">
                  <c:v>39.827</c:v>
                </c:pt>
                <c:pt idx="986">
                  <c:v>260</c:v>
                </c:pt>
                <c:pt idx="987">
                  <c:v>555.555</c:v>
                </c:pt>
                <c:pt idx="988">
                  <c:v>237</c:v>
                </c:pt>
                <c:pt idx="989">
                  <c:v>90.434</c:v>
                </c:pt>
                <c:pt idx="990">
                  <c:v>171</c:v>
                </c:pt>
                <c:pt idx="991">
                  <c:v>300</c:v>
                </c:pt>
                <c:pt idx="992">
                  <c:v>80</c:v>
                </c:pt>
                <c:pt idx="993">
                  <c:v>43</c:v>
                </c:pt>
                <c:pt idx="994">
                  <c:v>117</c:v>
                </c:pt>
                <c:pt idx="995">
                  <c:v>256.897</c:v>
                </c:pt>
                <c:pt idx="996">
                  <c:v>320</c:v>
                </c:pt>
                <c:pt idx="997">
                  <c:v>212</c:v>
                </c:pt>
                <c:pt idx="998">
                  <c:v>120</c:v>
                </c:pt>
                <c:pt idx="999">
                  <c:v>222.222</c:v>
                </c:pt>
                <c:pt idx="1000">
                  <c:v>42.641</c:v>
                </c:pt>
                <c:pt idx="1001">
                  <c:v>16.7</c:v>
                </c:pt>
                <c:pt idx="1002">
                  <c:v>67.871</c:v>
                </c:pt>
                <c:pt idx="1003">
                  <c:v>300</c:v>
                </c:pt>
                <c:pt idx="1004">
                  <c:v>59</c:v>
                </c:pt>
                <c:pt idx="1005">
                  <c:v>50</c:v>
                </c:pt>
                <c:pt idx="1006">
                  <c:v>100</c:v>
                </c:pt>
                <c:pt idx="1007">
                  <c:v>224.692</c:v>
                </c:pt>
                <c:pt idx="1008">
                  <c:v>287.5</c:v>
                </c:pt>
                <c:pt idx="1009">
                  <c:v>320</c:v>
                </c:pt>
                <c:pt idx="1010">
                  <c:v>195</c:v>
                </c:pt>
                <c:pt idx="1011">
                  <c:v>190</c:v>
                </c:pt>
                <c:pt idx="1012">
                  <c:v>40</c:v>
                </c:pt>
                <c:pt idx="1013">
                  <c:v>195</c:v>
                </c:pt>
                <c:pt idx="1014">
                  <c:v>23</c:v>
                </c:pt>
                <c:pt idx="1015">
                  <c:v>350</c:v>
                </c:pt>
                <c:pt idx="1016">
                  <c:v>15</c:v>
                </c:pt>
                <c:pt idx="1017">
                  <c:v>2</c:v>
                </c:pt>
                <c:pt idx="1018">
                  <c:v>111.111</c:v>
                </c:pt>
                <c:pt idx="1019">
                  <c:v>125</c:v>
                </c:pt>
                <c:pt idx="1020">
                  <c:v>500</c:v>
                </c:pt>
                <c:pt idx="1021">
                  <c:v>56</c:v>
                </c:pt>
                <c:pt idx="1022">
                  <c:v>119</c:v>
                </c:pt>
                <c:pt idx="1023">
                  <c:v>286.677</c:v>
                </c:pt>
                <c:pt idx="1024">
                  <c:v>125</c:v>
                </c:pt>
                <c:pt idx="1025">
                  <c:v>400</c:v>
                </c:pt>
                <c:pt idx="1026">
                  <c:v>67</c:v>
                </c:pt>
                <c:pt idx="1027">
                  <c:v>122</c:v>
                </c:pt>
                <c:pt idx="1028">
                  <c:v>70</c:v>
                </c:pt>
                <c:pt idx="1029">
                  <c:v>234</c:v>
                </c:pt>
                <c:pt idx="1030">
                  <c:v>240</c:v>
                </c:pt>
                <c:pt idx="1031">
                  <c:v>138</c:v>
                </c:pt>
                <c:pt idx="1032">
                  <c:v>555.555</c:v>
                </c:pt>
                <c:pt idx="1033">
                  <c:v>220</c:v>
                </c:pt>
                <c:pt idx="1034">
                  <c:v>31.5</c:v>
                </c:pt>
                <c:pt idx="1035">
                  <c:v>81.362</c:v>
                </c:pt>
                <c:pt idx="1036">
                  <c:v>85</c:v>
                </c:pt>
                <c:pt idx="1037">
                  <c:v>333.333</c:v>
                </c:pt>
                <c:pt idx="1038">
                  <c:v>360</c:v>
                </c:pt>
                <c:pt idx="1039">
                  <c:v>27</c:v>
                </c:pt>
                <c:pt idx="1040">
                  <c:v>209.04</c:v>
                </c:pt>
                <c:pt idx="1041">
                  <c:v>253</c:v>
                </c:pt>
                <c:pt idx="1042">
                  <c:v>260</c:v>
                </c:pt>
                <c:pt idx="1043">
                  <c:v>64</c:v>
                </c:pt>
                <c:pt idx="1044">
                  <c:v>170.008</c:v>
                </c:pt>
                <c:pt idx="1045">
                  <c:v>11.111</c:v>
                </c:pt>
                <c:pt idx="1046">
                  <c:v>33</c:v>
                </c:pt>
                <c:pt idx="1047">
                  <c:v>195</c:v>
                </c:pt>
                <c:pt idx="1048">
                  <c:v>128.3</c:v>
                </c:pt>
                <c:pt idx="1049">
                  <c:v>188</c:v>
                </c:pt>
                <c:pt idx="1050">
                  <c:v>120</c:v>
                </c:pt>
                <c:pt idx="1051">
                  <c:v>44</c:v>
                </c:pt>
                <c:pt idx="1052">
                  <c:v>55</c:v>
                </c:pt>
                <c:pt idx="1053">
                  <c:v>106.666</c:v>
                </c:pt>
                <c:pt idx="1054">
                  <c:v>260</c:v>
                </c:pt>
                <c:pt idx="1055">
                  <c:v>5</c:v>
                </c:pt>
                <c:pt idx="1056">
                  <c:v>228.338</c:v>
                </c:pt>
                <c:pt idx="1057">
                  <c:v>343.556</c:v>
                </c:pt>
                <c:pt idx="1058">
                  <c:v>48</c:v>
                </c:pt>
                <c:pt idx="1059">
                  <c:v>63</c:v>
                </c:pt>
                <c:pt idx="1060">
                  <c:v>350</c:v>
                </c:pt>
                <c:pt idx="1061">
                  <c:v>5</c:v>
                </c:pt>
                <c:pt idx="1062">
                  <c:v>196</c:v>
                </c:pt>
                <c:pt idx="1063">
                  <c:v>227</c:v>
                </c:pt>
                <c:pt idx="1064">
                  <c:v>95</c:v>
                </c:pt>
                <c:pt idx="1065">
                  <c:v>144.72</c:v>
                </c:pt>
                <c:pt idx="1066">
                  <c:v>92.114</c:v>
                </c:pt>
                <c:pt idx="1067">
                  <c:v>350</c:v>
                </c:pt>
                <c:pt idx="1068">
                  <c:v>134</c:v>
                </c:pt>
                <c:pt idx="1069">
                  <c:v>107.463</c:v>
                </c:pt>
                <c:pt idx="1070">
                  <c:v>2</c:v>
                </c:pt>
                <c:pt idx="1071">
                  <c:v>198</c:v>
                </c:pt>
                <c:pt idx="1072">
                  <c:v>160</c:v>
                </c:pt>
                <c:pt idx="1073">
                  <c:v>26.192</c:v>
                </c:pt>
                <c:pt idx="1074">
                  <c:v>200</c:v>
                </c:pt>
                <c:pt idx="1075">
                  <c:v>250</c:v>
                </c:pt>
                <c:pt idx="1076">
                  <c:v>104</c:v>
                </c:pt>
                <c:pt idx="1077">
                  <c:v>56</c:v>
                </c:pt>
                <c:pt idx="1078">
                  <c:v>110</c:v>
                </c:pt>
                <c:pt idx="1079">
                  <c:v>112</c:v>
                </c:pt>
                <c:pt idx="1080">
                  <c:v>24</c:v>
                </c:pt>
                <c:pt idx="1081">
                  <c:v>180</c:v>
                </c:pt>
                <c:pt idx="1082">
                  <c:v>398.257</c:v>
                </c:pt>
                <c:pt idx="1083">
                  <c:v>230</c:v>
                </c:pt>
                <c:pt idx="1084">
                  <c:v>200</c:v>
                </c:pt>
                <c:pt idx="1085">
                  <c:v>300</c:v>
                </c:pt>
                <c:pt idx="1086">
                  <c:v>100</c:v>
                </c:pt>
                <c:pt idx="1087">
                  <c:v>19.5</c:v>
                </c:pt>
                <c:pt idx="1088">
                  <c:v>30</c:v>
                </c:pt>
                <c:pt idx="1089">
                  <c:v>320</c:v>
                </c:pt>
                <c:pt idx="1090">
                  <c:v>24</c:v>
                </c:pt>
                <c:pt idx="1091">
                  <c:v>490</c:v>
                </c:pt>
                <c:pt idx="1092">
                  <c:v>150</c:v>
                </c:pt>
                <c:pt idx="1093">
                  <c:v>250</c:v>
                </c:pt>
                <c:pt idx="1094">
                  <c:v>456.207</c:v>
                </c:pt>
                <c:pt idx="1095">
                  <c:v>130</c:v>
                </c:pt>
                <c:pt idx="1096">
                  <c:v>600</c:v>
                </c:pt>
                <c:pt idx="1097">
                  <c:v>50</c:v>
                </c:pt>
                <c:pt idx="1098">
                  <c:v>40.996</c:v>
                </c:pt>
                <c:pt idx="1099">
                  <c:v>162</c:v>
                </c:pt>
                <c:pt idx="1100">
                  <c:v>402.605</c:v>
                </c:pt>
                <c:pt idx="1101">
                  <c:v>270</c:v>
                </c:pt>
                <c:pt idx="1102">
                  <c:v>32</c:v>
                </c:pt>
                <c:pt idx="1103">
                  <c:v>390</c:v>
                </c:pt>
                <c:pt idx="1104">
                  <c:v>154</c:v>
                </c:pt>
                <c:pt idx="1105">
                  <c:v>120</c:v>
                </c:pt>
                <c:pt idx="1106">
                  <c:v>220</c:v>
                </c:pt>
                <c:pt idx="1107">
                  <c:v>170</c:v>
                </c:pt>
                <c:pt idx="1108">
                  <c:v>144.3</c:v>
                </c:pt>
                <c:pt idx="1109">
                  <c:v>270</c:v>
                </c:pt>
                <c:pt idx="1110">
                  <c:v>300</c:v>
                </c:pt>
                <c:pt idx="1111">
                  <c:v>149.804</c:v>
                </c:pt>
                <c:pt idx="1112">
                  <c:v>108</c:v>
                </c:pt>
                <c:pt idx="1113">
                  <c:v>111.111</c:v>
                </c:pt>
                <c:pt idx="1114">
                  <c:v>270</c:v>
                </c:pt>
                <c:pt idx="1115">
                  <c:v>299.274</c:v>
                </c:pt>
                <c:pt idx="1116">
                  <c:v>245</c:v>
                </c:pt>
                <c:pt idx="1117">
                  <c:v>20</c:v>
                </c:pt>
                <c:pt idx="1118">
                  <c:v>336.281</c:v>
                </c:pt>
                <c:pt idx="1119">
                  <c:v>400</c:v>
                </c:pt>
                <c:pt idx="1120">
                  <c:v>400</c:v>
                </c:pt>
                <c:pt idx="1121">
                  <c:v>275</c:v>
                </c:pt>
                <c:pt idx="1122">
                  <c:v>159.291</c:v>
                </c:pt>
                <c:pt idx="1123">
                  <c:v>175</c:v>
                </c:pt>
                <c:pt idx="1124">
                  <c:v>320</c:v>
                </c:pt>
                <c:pt idx="1125">
                  <c:v>370</c:v>
                </c:pt>
                <c:pt idx="1126">
                  <c:v>4.8</c:v>
                </c:pt>
                <c:pt idx="1127">
                  <c:v>83</c:v>
                </c:pt>
                <c:pt idx="1128">
                  <c:v>369.84</c:v>
                </c:pt>
                <c:pt idx="1129">
                  <c:v>200</c:v>
                </c:pt>
                <c:pt idx="1130">
                  <c:v>214.967</c:v>
                </c:pt>
                <c:pt idx="1131">
                  <c:v>320</c:v>
                </c:pt>
                <c:pt idx="1132">
                  <c:v>210</c:v>
                </c:pt>
                <c:pt idx="1133">
                  <c:v>120</c:v>
                </c:pt>
                <c:pt idx="1134">
                  <c:v>58.5</c:v>
                </c:pt>
                <c:pt idx="1135">
                  <c:v>251</c:v>
                </c:pt>
                <c:pt idx="1136">
                  <c:v>214</c:v>
                </c:pt>
                <c:pt idx="1137">
                  <c:v>247.887</c:v>
                </c:pt>
                <c:pt idx="1138">
                  <c:v>200</c:v>
                </c:pt>
                <c:pt idx="1139">
                  <c:v>114.32</c:v>
                </c:pt>
                <c:pt idx="1140">
                  <c:v>400</c:v>
                </c:pt>
                <c:pt idx="1141">
                  <c:v>78</c:v>
                </c:pt>
                <c:pt idx="1142">
                  <c:v>61</c:v>
                </c:pt>
                <c:pt idx="1143">
                  <c:v>200</c:v>
                </c:pt>
                <c:pt idx="1144">
                  <c:v>330</c:v>
                </c:pt>
                <c:pt idx="1145">
                  <c:v>250</c:v>
                </c:pt>
                <c:pt idx="1146">
                  <c:v>156.668</c:v>
                </c:pt>
                <c:pt idx="1147">
                  <c:v>191</c:v>
                </c:pt>
                <c:pt idx="1148">
                  <c:v>70</c:v>
                </c:pt>
                <c:pt idx="1149">
                  <c:v>55</c:v>
                </c:pt>
                <c:pt idx="1150">
                  <c:v>250</c:v>
                </c:pt>
                <c:pt idx="1151">
                  <c:v>110.906</c:v>
                </c:pt>
                <c:pt idx="1152">
                  <c:v>197.582</c:v>
                </c:pt>
                <c:pt idx="1153">
                  <c:v>168</c:v>
                </c:pt>
                <c:pt idx="1154">
                  <c:v>210</c:v>
                </c:pt>
                <c:pt idx="1155">
                  <c:v>194</c:v>
                </c:pt>
                <c:pt idx="1156">
                  <c:v>55</c:v>
                </c:pt>
                <c:pt idx="1157">
                  <c:v>149.904</c:v>
                </c:pt>
                <c:pt idx="1158">
                  <c:v>38</c:v>
                </c:pt>
                <c:pt idx="1159">
                  <c:v>184.3</c:v>
                </c:pt>
                <c:pt idx="1160">
                  <c:v>175</c:v>
                </c:pt>
                <c:pt idx="1161">
                  <c:v>374.061</c:v>
                </c:pt>
                <c:pt idx="1162">
                  <c:v>84</c:v>
                </c:pt>
                <c:pt idx="1163">
                  <c:v>165</c:v>
                </c:pt>
                <c:pt idx="1164">
                  <c:v>777.777</c:v>
                </c:pt>
                <c:pt idx="1165">
                  <c:v>115</c:v>
                </c:pt>
                <c:pt idx="1166">
                  <c:v>11</c:v>
                </c:pt>
                <c:pt idx="1167">
                  <c:v>16.5</c:v>
                </c:pt>
                <c:pt idx="1168">
                  <c:v>270</c:v>
                </c:pt>
                <c:pt idx="1169">
                  <c:v>400</c:v>
                </c:pt>
                <c:pt idx="1170">
                  <c:v>350</c:v>
                </c:pt>
                <c:pt idx="1171">
                  <c:v>250</c:v>
                </c:pt>
                <c:pt idx="1172">
                  <c:v>83</c:v>
                </c:pt>
                <c:pt idx="1173">
                  <c:v>200</c:v>
                </c:pt>
                <c:pt idx="1174">
                  <c:v>200</c:v>
                </c:pt>
                <c:pt idx="1175">
                  <c:v>356</c:v>
                </c:pt>
                <c:pt idx="1176">
                  <c:v>10</c:v>
                </c:pt>
                <c:pt idx="1177">
                  <c:v>520</c:v>
                </c:pt>
                <c:pt idx="1178">
                  <c:v>36.8</c:v>
                </c:pt>
                <c:pt idx="1179">
                  <c:v>3</c:v>
                </c:pt>
                <c:pt idx="1180">
                  <c:v>259</c:v>
                </c:pt>
                <c:pt idx="1181">
                  <c:v>144</c:v>
                </c:pt>
                <c:pt idx="1182">
                  <c:v>220</c:v>
                </c:pt>
                <c:pt idx="1183">
                  <c:v>196</c:v>
                </c:pt>
                <c:pt idx="1184">
                  <c:v>160</c:v>
                </c:pt>
                <c:pt idx="1185">
                  <c:v>318</c:v>
                </c:pt>
                <c:pt idx="1186">
                  <c:v>280</c:v>
                </c:pt>
                <c:pt idx="1187">
                  <c:v>149.905</c:v>
                </c:pt>
                <c:pt idx="1188">
                  <c:v>145</c:v>
                </c:pt>
                <c:pt idx="1189">
                  <c:v>280</c:v>
                </c:pt>
                <c:pt idx="1190">
                  <c:v>151</c:v>
                </c:pt>
                <c:pt idx="1191">
                  <c:v>126</c:v>
                </c:pt>
                <c:pt idx="1192">
                  <c:v>49.5</c:v>
                </c:pt>
                <c:pt idx="1193">
                  <c:v>288</c:v>
                </c:pt>
                <c:pt idx="1194">
                  <c:v>340</c:v>
                </c:pt>
                <c:pt idx="1195">
                  <c:v>95.232</c:v>
                </c:pt>
                <c:pt idx="1196">
                  <c:v>185</c:v>
                </c:pt>
                <c:pt idx="1197">
                  <c:v>199</c:v>
                </c:pt>
                <c:pt idx="1198">
                  <c:v>199</c:v>
                </c:pt>
                <c:pt idx="1199">
                  <c:v>315</c:v>
                </c:pt>
              </c:numCache>
            </c:numRef>
          </c:xVal>
          <c:yVal>
            <c:numRef>
              <c:f>'Chart Data'!$B$2:$B$1201</c:f>
              <c:numCache>
                <c:formatCode>0.00</c:formatCode>
                <c:ptCount val="1200"/>
                <c:pt idx="0">
                  <c:v>5.5</c:v>
                </c:pt>
                <c:pt idx="1">
                  <c:v>3.6</c:v>
                </c:pt>
                <c:pt idx="2">
                  <c:v>8</c:v>
                </c:pt>
                <c:pt idx="3">
                  <c:v>14.8</c:v>
                </c:pt>
                <c:pt idx="4">
                  <c:v>1.8</c:v>
                </c:pt>
                <c:pt idx="5">
                  <c:v>9</c:v>
                </c:pt>
                <c:pt idx="6">
                  <c:v>12.53</c:v>
                </c:pt>
                <c:pt idx="7">
                  <c:v>12.5</c:v>
                </c:pt>
                <c:pt idx="8">
                  <c:v>6.7</c:v>
                </c:pt>
                <c:pt idx="9">
                  <c:v>16.5</c:v>
                </c:pt>
                <c:pt idx="10">
                  <c:v>1.5</c:v>
                </c:pt>
                <c:pt idx="11">
                  <c:v>42.9</c:v>
                </c:pt>
                <c:pt idx="12">
                  <c:v>7.8</c:v>
                </c:pt>
                <c:pt idx="13">
                  <c:v>25.5</c:v>
                </c:pt>
                <c:pt idx="14">
                  <c:v>32</c:v>
                </c:pt>
                <c:pt idx="15">
                  <c:v>6.5</c:v>
                </c:pt>
                <c:pt idx="16">
                  <c:v>8.8</c:v>
                </c:pt>
                <c:pt idx="17">
                  <c:v>8.5</c:v>
                </c:pt>
                <c:pt idx="18">
                  <c:v>11.8</c:v>
                </c:pt>
                <c:pt idx="19">
                  <c:v>15</c:v>
                </c:pt>
                <c:pt idx="20">
                  <c:v>10.3</c:v>
                </c:pt>
                <c:pt idx="21">
                  <c:v>1.7</c:v>
                </c:pt>
                <c:pt idx="22">
                  <c:v>5.9</c:v>
                </c:pt>
                <c:pt idx="23">
                  <c:v>4.99</c:v>
                </c:pt>
                <c:pt idx="24">
                  <c:v>15</c:v>
                </c:pt>
                <c:pt idx="25">
                  <c:v>4.5</c:v>
                </c:pt>
                <c:pt idx="26">
                  <c:v>6</c:v>
                </c:pt>
                <c:pt idx="27">
                  <c:v>5.6</c:v>
                </c:pt>
                <c:pt idx="28">
                  <c:v>0.9</c:v>
                </c:pt>
                <c:pt idx="29">
                  <c:v>6.5</c:v>
                </c:pt>
                <c:pt idx="30">
                  <c:v>9.7</c:v>
                </c:pt>
                <c:pt idx="31">
                  <c:v>11</c:v>
                </c:pt>
                <c:pt idx="32">
                  <c:v>5.6</c:v>
                </c:pt>
                <c:pt idx="33">
                  <c:v>6.5</c:v>
                </c:pt>
                <c:pt idx="34">
                  <c:v>10.35</c:v>
                </c:pt>
                <c:pt idx="35">
                  <c:v>15</c:v>
                </c:pt>
                <c:pt idx="36">
                  <c:v>7</c:v>
                </c:pt>
                <c:pt idx="37">
                  <c:v>8.8</c:v>
                </c:pt>
                <c:pt idx="38">
                  <c:v>4.3</c:v>
                </c:pt>
                <c:pt idx="39">
                  <c:v>1.38</c:v>
                </c:pt>
                <c:pt idx="40">
                  <c:v>7</c:v>
                </c:pt>
                <c:pt idx="41">
                  <c:v>9.8</c:v>
                </c:pt>
                <c:pt idx="42">
                  <c:v>6.7</c:v>
                </c:pt>
                <c:pt idx="43">
                  <c:v>9.6</c:v>
                </c:pt>
                <c:pt idx="44">
                  <c:v>12.5</c:v>
                </c:pt>
                <c:pt idx="45">
                  <c:v>21</c:v>
                </c:pt>
                <c:pt idx="46">
                  <c:v>13.5</c:v>
                </c:pt>
                <c:pt idx="47">
                  <c:v>5.5</c:v>
                </c:pt>
                <c:pt idx="48">
                  <c:v>7.5</c:v>
                </c:pt>
                <c:pt idx="49">
                  <c:v>8.2</c:v>
                </c:pt>
                <c:pt idx="50">
                  <c:v>2.2</c:v>
                </c:pt>
                <c:pt idx="51">
                  <c:v>54</c:v>
                </c:pt>
                <c:pt idx="52">
                  <c:v>2.7</c:v>
                </c:pt>
                <c:pt idx="53">
                  <c:v>2.5</c:v>
                </c:pt>
                <c:pt idx="54">
                  <c:v>16.9</c:v>
                </c:pt>
                <c:pt idx="55">
                  <c:v>64.5</c:v>
                </c:pt>
                <c:pt idx="56">
                  <c:v>14.5</c:v>
                </c:pt>
                <c:pt idx="57">
                  <c:v>1</c:v>
                </c:pt>
                <c:pt idx="58">
                  <c:v>14.5</c:v>
                </c:pt>
                <c:pt idx="59">
                  <c:v>2.6</c:v>
                </c:pt>
                <c:pt idx="60">
                  <c:v>6</c:v>
                </c:pt>
                <c:pt idx="61">
                  <c:v>16.5</c:v>
                </c:pt>
                <c:pt idx="62">
                  <c:v>4</c:v>
                </c:pt>
                <c:pt idx="63">
                  <c:v>6.8</c:v>
                </c:pt>
                <c:pt idx="64">
                  <c:v>10.7</c:v>
                </c:pt>
                <c:pt idx="65">
                  <c:v>12.15</c:v>
                </c:pt>
                <c:pt idx="66">
                  <c:v>7.13</c:v>
                </c:pt>
                <c:pt idx="67">
                  <c:v>75</c:v>
                </c:pt>
                <c:pt idx="68">
                  <c:v>16.3</c:v>
                </c:pt>
                <c:pt idx="69">
                  <c:v>1.3</c:v>
                </c:pt>
                <c:pt idx="70">
                  <c:v>13</c:v>
                </c:pt>
                <c:pt idx="71">
                  <c:v>0.9</c:v>
                </c:pt>
                <c:pt idx="72">
                  <c:v>12.3</c:v>
                </c:pt>
                <c:pt idx="73">
                  <c:v>18.5</c:v>
                </c:pt>
                <c:pt idx="74">
                  <c:v>1.3</c:v>
                </c:pt>
                <c:pt idx="75">
                  <c:v>11.8</c:v>
                </c:pt>
                <c:pt idx="76">
                  <c:v>6.5</c:v>
                </c:pt>
                <c:pt idx="77">
                  <c:v>4</c:v>
                </c:pt>
                <c:pt idx="78">
                  <c:v>8</c:v>
                </c:pt>
                <c:pt idx="79">
                  <c:v>9.5</c:v>
                </c:pt>
                <c:pt idx="80">
                  <c:v>3.5</c:v>
                </c:pt>
                <c:pt idx="81">
                  <c:v>35.5</c:v>
                </c:pt>
                <c:pt idx="82">
                  <c:v>5.2</c:v>
                </c:pt>
                <c:pt idx="83">
                  <c:v>3.2</c:v>
                </c:pt>
                <c:pt idx="84">
                  <c:v>3.5</c:v>
                </c:pt>
                <c:pt idx="85">
                  <c:v>7.8</c:v>
                </c:pt>
                <c:pt idx="86">
                  <c:v>6.8</c:v>
                </c:pt>
                <c:pt idx="87">
                  <c:v>27.375</c:v>
                </c:pt>
                <c:pt idx="88">
                  <c:v>3.85</c:v>
                </c:pt>
                <c:pt idx="89">
                  <c:v>45</c:v>
                </c:pt>
                <c:pt idx="90">
                  <c:v>22</c:v>
                </c:pt>
                <c:pt idx="91">
                  <c:v>8.9</c:v>
                </c:pt>
                <c:pt idx="92">
                  <c:v>3.4</c:v>
                </c:pt>
                <c:pt idx="93">
                  <c:v>7.4</c:v>
                </c:pt>
                <c:pt idx="94">
                  <c:v>14</c:v>
                </c:pt>
                <c:pt idx="95">
                  <c:v>4.444444</c:v>
                </c:pt>
                <c:pt idx="96">
                  <c:v>10.5</c:v>
                </c:pt>
                <c:pt idx="97">
                  <c:v>4.6</c:v>
                </c:pt>
                <c:pt idx="98">
                  <c:v>1.35</c:v>
                </c:pt>
                <c:pt idx="99">
                  <c:v>7.59</c:v>
                </c:pt>
                <c:pt idx="100">
                  <c:v>3.7</c:v>
                </c:pt>
                <c:pt idx="101">
                  <c:v>14.8</c:v>
                </c:pt>
                <c:pt idx="102">
                  <c:v>4.35</c:v>
                </c:pt>
                <c:pt idx="103">
                  <c:v>18.5</c:v>
                </c:pt>
                <c:pt idx="104">
                  <c:v>4.3</c:v>
                </c:pt>
                <c:pt idx="105">
                  <c:v>13.2</c:v>
                </c:pt>
                <c:pt idx="106">
                  <c:v>7.76</c:v>
                </c:pt>
                <c:pt idx="107">
                  <c:v>3.3</c:v>
                </c:pt>
                <c:pt idx="108">
                  <c:v>11.8</c:v>
                </c:pt>
                <c:pt idx="109">
                  <c:v>6.5</c:v>
                </c:pt>
                <c:pt idx="110">
                  <c:v>5.15</c:v>
                </c:pt>
                <c:pt idx="111">
                  <c:v>10.5</c:v>
                </c:pt>
                <c:pt idx="112">
                  <c:v>5.2</c:v>
                </c:pt>
                <c:pt idx="113">
                  <c:v>9.5</c:v>
                </c:pt>
                <c:pt idx="114">
                  <c:v>2</c:v>
                </c:pt>
                <c:pt idx="115">
                  <c:v>9.7</c:v>
                </c:pt>
                <c:pt idx="116">
                  <c:v>12.95</c:v>
                </c:pt>
                <c:pt idx="117">
                  <c:v>18</c:v>
                </c:pt>
                <c:pt idx="118">
                  <c:v>7.1</c:v>
                </c:pt>
                <c:pt idx="119">
                  <c:v>1.95</c:v>
                </c:pt>
                <c:pt idx="120">
                  <c:v>6.1</c:v>
                </c:pt>
                <c:pt idx="121">
                  <c:v>9.7</c:v>
                </c:pt>
                <c:pt idx="122">
                  <c:v>6.5</c:v>
                </c:pt>
                <c:pt idx="123">
                  <c:v>3.7</c:v>
                </c:pt>
                <c:pt idx="124">
                  <c:v>17</c:v>
                </c:pt>
                <c:pt idx="125">
                  <c:v>16</c:v>
                </c:pt>
                <c:pt idx="126">
                  <c:v>13.9999</c:v>
                </c:pt>
                <c:pt idx="127">
                  <c:v>10.5</c:v>
                </c:pt>
                <c:pt idx="128">
                  <c:v>8.2</c:v>
                </c:pt>
                <c:pt idx="129">
                  <c:v>2.2</c:v>
                </c:pt>
                <c:pt idx="130">
                  <c:v>4.9</c:v>
                </c:pt>
                <c:pt idx="131">
                  <c:v>0.9</c:v>
                </c:pt>
                <c:pt idx="132">
                  <c:v>1.2</c:v>
                </c:pt>
                <c:pt idx="133">
                  <c:v>4</c:v>
                </c:pt>
                <c:pt idx="134">
                  <c:v>4.3</c:v>
                </c:pt>
                <c:pt idx="135">
                  <c:v>9.85</c:v>
                </c:pt>
                <c:pt idx="136">
                  <c:v>5</c:v>
                </c:pt>
                <c:pt idx="137">
                  <c:v>14.7</c:v>
                </c:pt>
                <c:pt idx="138">
                  <c:v>5</c:v>
                </c:pt>
                <c:pt idx="139">
                  <c:v>14.3</c:v>
                </c:pt>
                <c:pt idx="140">
                  <c:v>5.8</c:v>
                </c:pt>
                <c:pt idx="141">
                  <c:v>4.9</c:v>
                </c:pt>
                <c:pt idx="142">
                  <c:v>14.19</c:v>
                </c:pt>
                <c:pt idx="143">
                  <c:v>10.49</c:v>
                </c:pt>
                <c:pt idx="144">
                  <c:v>11.5</c:v>
                </c:pt>
                <c:pt idx="145">
                  <c:v>6.1</c:v>
                </c:pt>
                <c:pt idx="146">
                  <c:v>13.3</c:v>
                </c:pt>
                <c:pt idx="147">
                  <c:v>11.7</c:v>
                </c:pt>
                <c:pt idx="148">
                  <c:v>4</c:v>
                </c:pt>
                <c:pt idx="149">
                  <c:v>7.3</c:v>
                </c:pt>
                <c:pt idx="150">
                  <c:v>15.99</c:v>
                </c:pt>
                <c:pt idx="151">
                  <c:v>11.7</c:v>
                </c:pt>
                <c:pt idx="152">
                  <c:v>6</c:v>
                </c:pt>
                <c:pt idx="153">
                  <c:v>2.1</c:v>
                </c:pt>
                <c:pt idx="154">
                  <c:v>6.5</c:v>
                </c:pt>
                <c:pt idx="155">
                  <c:v>1.55</c:v>
                </c:pt>
                <c:pt idx="156">
                  <c:v>6.99</c:v>
                </c:pt>
                <c:pt idx="157">
                  <c:v>1.5</c:v>
                </c:pt>
                <c:pt idx="158">
                  <c:v>4.2</c:v>
                </c:pt>
                <c:pt idx="159">
                  <c:v>8.4</c:v>
                </c:pt>
                <c:pt idx="160">
                  <c:v>13.5</c:v>
                </c:pt>
                <c:pt idx="161">
                  <c:v>8.45</c:v>
                </c:pt>
                <c:pt idx="162">
                  <c:v>1.4</c:v>
                </c:pt>
                <c:pt idx="163">
                  <c:v>33</c:v>
                </c:pt>
                <c:pt idx="164">
                  <c:v>8.4</c:v>
                </c:pt>
                <c:pt idx="165">
                  <c:v>8.3</c:v>
                </c:pt>
                <c:pt idx="166">
                  <c:v>6.6</c:v>
                </c:pt>
                <c:pt idx="167">
                  <c:v>3.9</c:v>
                </c:pt>
                <c:pt idx="168">
                  <c:v>7.95</c:v>
                </c:pt>
                <c:pt idx="169">
                  <c:v>3.39</c:v>
                </c:pt>
                <c:pt idx="170">
                  <c:v>7.5</c:v>
                </c:pt>
                <c:pt idx="171">
                  <c:v>4.1</c:v>
                </c:pt>
                <c:pt idx="172">
                  <c:v>0.38</c:v>
                </c:pt>
                <c:pt idx="173">
                  <c:v>14.5</c:v>
                </c:pt>
                <c:pt idx="174">
                  <c:v>10</c:v>
                </c:pt>
                <c:pt idx="175">
                  <c:v>6.5</c:v>
                </c:pt>
                <c:pt idx="176">
                  <c:v>13</c:v>
                </c:pt>
                <c:pt idx="177">
                  <c:v>4.98</c:v>
                </c:pt>
                <c:pt idx="178">
                  <c:v>5.59</c:v>
                </c:pt>
                <c:pt idx="179">
                  <c:v>13.69</c:v>
                </c:pt>
                <c:pt idx="180">
                  <c:v>1.5</c:v>
                </c:pt>
                <c:pt idx="181">
                  <c:v>62.5</c:v>
                </c:pt>
                <c:pt idx="182">
                  <c:v>31</c:v>
                </c:pt>
                <c:pt idx="183">
                  <c:v>17.5</c:v>
                </c:pt>
                <c:pt idx="184">
                  <c:v>32</c:v>
                </c:pt>
                <c:pt idx="185">
                  <c:v>7.3</c:v>
                </c:pt>
                <c:pt idx="186">
                  <c:v>12</c:v>
                </c:pt>
                <c:pt idx="187">
                  <c:v>21</c:v>
                </c:pt>
                <c:pt idx="188">
                  <c:v>5.969</c:v>
                </c:pt>
                <c:pt idx="189">
                  <c:v>4.2</c:v>
                </c:pt>
                <c:pt idx="190">
                  <c:v>9.5</c:v>
                </c:pt>
                <c:pt idx="191">
                  <c:v>3</c:v>
                </c:pt>
                <c:pt idx="192">
                  <c:v>10.44</c:v>
                </c:pt>
                <c:pt idx="193">
                  <c:v>6.7</c:v>
                </c:pt>
                <c:pt idx="194">
                  <c:v>7.79</c:v>
                </c:pt>
                <c:pt idx="195">
                  <c:v>8.5</c:v>
                </c:pt>
                <c:pt idx="196">
                  <c:v>14.5</c:v>
                </c:pt>
                <c:pt idx="197">
                  <c:v>2.9</c:v>
                </c:pt>
                <c:pt idx="198">
                  <c:v>12.7</c:v>
                </c:pt>
                <c:pt idx="199">
                  <c:v>4.8</c:v>
                </c:pt>
                <c:pt idx="200">
                  <c:v>5.4</c:v>
                </c:pt>
                <c:pt idx="201">
                  <c:v>2.5</c:v>
                </c:pt>
                <c:pt idx="202">
                  <c:v>62.392</c:v>
                </c:pt>
                <c:pt idx="203">
                  <c:v>2.2</c:v>
                </c:pt>
                <c:pt idx="204">
                  <c:v>12.5</c:v>
                </c:pt>
                <c:pt idx="205">
                  <c:v>48</c:v>
                </c:pt>
                <c:pt idx="206">
                  <c:v>5.9</c:v>
                </c:pt>
                <c:pt idx="207">
                  <c:v>4.5</c:v>
                </c:pt>
                <c:pt idx="208">
                  <c:v>1.6</c:v>
                </c:pt>
                <c:pt idx="209">
                  <c:v>3.8</c:v>
                </c:pt>
                <c:pt idx="210">
                  <c:v>7.9</c:v>
                </c:pt>
                <c:pt idx="211">
                  <c:v>12.5</c:v>
                </c:pt>
                <c:pt idx="212">
                  <c:v>7</c:v>
                </c:pt>
                <c:pt idx="213">
                  <c:v>13.2</c:v>
                </c:pt>
                <c:pt idx="214">
                  <c:v>10.29</c:v>
                </c:pt>
                <c:pt idx="215">
                  <c:v>5.3</c:v>
                </c:pt>
                <c:pt idx="216">
                  <c:v>0.6</c:v>
                </c:pt>
                <c:pt idx="217">
                  <c:v>8.675</c:v>
                </c:pt>
                <c:pt idx="218">
                  <c:v>10.9</c:v>
                </c:pt>
                <c:pt idx="219">
                  <c:v>7</c:v>
                </c:pt>
                <c:pt idx="220">
                  <c:v>4</c:v>
                </c:pt>
                <c:pt idx="221">
                  <c:v>7</c:v>
                </c:pt>
                <c:pt idx="222">
                  <c:v>21.5</c:v>
                </c:pt>
                <c:pt idx="223">
                  <c:v>15</c:v>
                </c:pt>
                <c:pt idx="224">
                  <c:v>19.6</c:v>
                </c:pt>
                <c:pt idx="225">
                  <c:v>8.9</c:v>
                </c:pt>
                <c:pt idx="226">
                  <c:v>8</c:v>
                </c:pt>
                <c:pt idx="227">
                  <c:v>3.75</c:v>
                </c:pt>
                <c:pt idx="228">
                  <c:v>7.2</c:v>
                </c:pt>
                <c:pt idx="229">
                  <c:v>7.73</c:v>
                </c:pt>
                <c:pt idx="230">
                  <c:v>10</c:v>
                </c:pt>
                <c:pt idx="231">
                  <c:v>3.8</c:v>
                </c:pt>
                <c:pt idx="232">
                  <c:v>10.8</c:v>
                </c:pt>
                <c:pt idx="233">
                  <c:v>2.3</c:v>
                </c:pt>
                <c:pt idx="234">
                  <c:v>6.5</c:v>
                </c:pt>
                <c:pt idx="235">
                  <c:v>5.3</c:v>
                </c:pt>
                <c:pt idx="236">
                  <c:v>4.5</c:v>
                </c:pt>
                <c:pt idx="237">
                  <c:v>11.5</c:v>
                </c:pt>
                <c:pt idx="238">
                  <c:v>7.2</c:v>
                </c:pt>
                <c:pt idx="239">
                  <c:v>8.59</c:v>
                </c:pt>
                <c:pt idx="240">
                  <c:v>7.5</c:v>
                </c:pt>
                <c:pt idx="241">
                  <c:v>1.3</c:v>
                </c:pt>
                <c:pt idx="242">
                  <c:v>21.5</c:v>
                </c:pt>
                <c:pt idx="243">
                  <c:v>3.45</c:v>
                </c:pt>
                <c:pt idx="244">
                  <c:v>7.5</c:v>
                </c:pt>
                <c:pt idx="245">
                  <c:v>27</c:v>
                </c:pt>
                <c:pt idx="246">
                  <c:v>5.5</c:v>
                </c:pt>
                <c:pt idx="247">
                  <c:v>2.7</c:v>
                </c:pt>
                <c:pt idx="248">
                  <c:v>15.8</c:v>
                </c:pt>
                <c:pt idx="249">
                  <c:v>6</c:v>
                </c:pt>
                <c:pt idx="250">
                  <c:v>1.9</c:v>
                </c:pt>
                <c:pt idx="251">
                  <c:v>4.3</c:v>
                </c:pt>
                <c:pt idx="252">
                  <c:v>5</c:v>
                </c:pt>
                <c:pt idx="253">
                  <c:v>4.35</c:v>
                </c:pt>
                <c:pt idx="254">
                  <c:v>10.5</c:v>
                </c:pt>
                <c:pt idx="255">
                  <c:v>7.6</c:v>
                </c:pt>
                <c:pt idx="256">
                  <c:v>4.5</c:v>
                </c:pt>
                <c:pt idx="257">
                  <c:v>8.5</c:v>
                </c:pt>
                <c:pt idx="258">
                  <c:v>6</c:v>
                </c:pt>
                <c:pt idx="259">
                  <c:v>12.79</c:v>
                </c:pt>
                <c:pt idx="260">
                  <c:v>4.444444</c:v>
                </c:pt>
                <c:pt idx="261">
                  <c:v>5.93</c:v>
                </c:pt>
                <c:pt idx="262">
                  <c:v>5.55</c:v>
                </c:pt>
                <c:pt idx="263">
                  <c:v>21.5</c:v>
                </c:pt>
                <c:pt idx="264">
                  <c:v>2.7</c:v>
                </c:pt>
                <c:pt idx="265">
                  <c:v>19</c:v>
                </c:pt>
                <c:pt idx="266">
                  <c:v>43</c:v>
                </c:pt>
                <c:pt idx="267">
                  <c:v>9</c:v>
                </c:pt>
                <c:pt idx="268">
                  <c:v>7.6</c:v>
                </c:pt>
                <c:pt idx="269">
                  <c:v>13.45</c:v>
                </c:pt>
                <c:pt idx="270">
                  <c:v>10.5</c:v>
                </c:pt>
                <c:pt idx="271">
                  <c:v>5.5</c:v>
                </c:pt>
                <c:pt idx="272">
                  <c:v>3.71</c:v>
                </c:pt>
                <c:pt idx="273">
                  <c:v>6.5</c:v>
                </c:pt>
                <c:pt idx="274">
                  <c:v>13.95</c:v>
                </c:pt>
                <c:pt idx="275">
                  <c:v>7.777777</c:v>
                </c:pt>
                <c:pt idx="276">
                  <c:v>2.1</c:v>
                </c:pt>
                <c:pt idx="277">
                  <c:v>4.7</c:v>
                </c:pt>
                <c:pt idx="278">
                  <c:v>5.5</c:v>
                </c:pt>
                <c:pt idx="279">
                  <c:v>2</c:v>
                </c:pt>
                <c:pt idx="280">
                  <c:v>5</c:v>
                </c:pt>
                <c:pt idx="281">
                  <c:v>9.5</c:v>
                </c:pt>
                <c:pt idx="282">
                  <c:v>9.3</c:v>
                </c:pt>
                <c:pt idx="283">
                  <c:v>5</c:v>
                </c:pt>
                <c:pt idx="284">
                  <c:v>28</c:v>
                </c:pt>
                <c:pt idx="285">
                  <c:v>12.9</c:v>
                </c:pt>
                <c:pt idx="286">
                  <c:v>9.8</c:v>
                </c:pt>
                <c:pt idx="287">
                  <c:v>9.79</c:v>
                </c:pt>
                <c:pt idx="288">
                  <c:v>15.9</c:v>
                </c:pt>
                <c:pt idx="289">
                  <c:v>19</c:v>
                </c:pt>
                <c:pt idx="290">
                  <c:v>8.8</c:v>
                </c:pt>
                <c:pt idx="291">
                  <c:v>1</c:v>
                </c:pt>
                <c:pt idx="292">
                  <c:v>12.999999</c:v>
                </c:pt>
                <c:pt idx="293">
                  <c:v>11</c:v>
                </c:pt>
                <c:pt idx="294">
                  <c:v>4.5</c:v>
                </c:pt>
                <c:pt idx="295">
                  <c:v>1.8</c:v>
                </c:pt>
                <c:pt idx="296">
                  <c:v>6.52</c:v>
                </c:pt>
                <c:pt idx="297">
                  <c:v>13</c:v>
                </c:pt>
                <c:pt idx="298">
                  <c:v>15</c:v>
                </c:pt>
                <c:pt idx="299">
                  <c:v>4.07</c:v>
                </c:pt>
                <c:pt idx="300">
                  <c:v>9.45</c:v>
                </c:pt>
                <c:pt idx="301">
                  <c:v>21.5</c:v>
                </c:pt>
                <c:pt idx="302">
                  <c:v>11.999999</c:v>
                </c:pt>
                <c:pt idx="303">
                  <c:v>9.3</c:v>
                </c:pt>
                <c:pt idx="304">
                  <c:v>13.4</c:v>
                </c:pt>
                <c:pt idx="305">
                  <c:v>23.8</c:v>
                </c:pt>
                <c:pt idx="306">
                  <c:v>4</c:v>
                </c:pt>
                <c:pt idx="307">
                  <c:v>16</c:v>
                </c:pt>
                <c:pt idx="308">
                  <c:v>7.27</c:v>
                </c:pt>
                <c:pt idx="309">
                  <c:v>1.35</c:v>
                </c:pt>
                <c:pt idx="310">
                  <c:v>19.85</c:v>
                </c:pt>
                <c:pt idx="311">
                  <c:v>12.5</c:v>
                </c:pt>
                <c:pt idx="312">
                  <c:v>11.5</c:v>
                </c:pt>
                <c:pt idx="313">
                  <c:v>13</c:v>
                </c:pt>
                <c:pt idx="314">
                  <c:v>4.6</c:v>
                </c:pt>
                <c:pt idx="315">
                  <c:v>14.2</c:v>
                </c:pt>
                <c:pt idx="316">
                  <c:v>9</c:v>
                </c:pt>
                <c:pt idx="317">
                  <c:v>20</c:v>
                </c:pt>
                <c:pt idx="318">
                  <c:v>8.8</c:v>
                </c:pt>
                <c:pt idx="319">
                  <c:v>11.5</c:v>
                </c:pt>
                <c:pt idx="320">
                  <c:v>9.5</c:v>
                </c:pt>
                <c:pt idx="321">
                  <c:v>7.5</c:v>
                </c:pt>
                <c:pt idx="322">
                  <c:v>8</c:v>
                </c:pt>
                <c:pt idx="323">
                  <c:v>17.3</c:v>
                </c:pt>
                <c:pt idx="324">
                  <c:v>70</c:v>
                </c:pt>
                <c:pt idx="325">
                  <c:v>36</c:v>
                </c:pt>
                <c:pt idx="326">
                  <c:v>5.3</c:v>
                </c:pt>
                <c:pt idx="327">
                  <c:v>17.5</c:v>
                </c:pt>
                <c:pt idx="328">
                  <c:v>9.75</c:v>
                </c:pt>
                <c:pt idx="329">
                  <c:v>1.3</c:v>
                </c:pt>
                <c:pt idx="330">
                  <c:v>18.1</c:v>
                </c:pt>
                <c:pt idx="331">
                  <c:v>5.5</c:v>
                </c:pt>
                <c:pt idx="332">
                  <c:v>4.99</c:v>
                </c:pt>
                <c:pt idx="333">
                  <c:v>17</c:v>
                </c:pt>
                <c:pt idx="334">
                  <c:v>5.29</c:v>
                </c:pt>
                <c:pt idx="335">
                  <c:v>6</c:v>
                </c:pt>
                <c:pt idx="336">
                  <c:v>4.9</c:v>
                </c:pt>
                <c:pt idx="337">
                  <c:v>9.9</c:v>
                </c:pt>
                <c:pt idx="338">
                  <c:v>2.1</c:v>
                </c:pt>
                <c:pt idx="339">
                  <c:v>3.8</c:v>
                </c:pt>
                <c:pt idx="340">
                  <c:v>3.7</c:v>
                </c:pt>
                <c:pt idx="341">
                  <c:v>2.25</c:v>
                </c:pt>
                <c:pt idx="342">
                  <c:v>25</c:v>
                </c:pt>
                <c:pt idx="343">
                  <c:v>12.29</c:v>
                </c:pt>
                <c:pt idx="344">
                  <c:v>12.89</c:v>
                </c:pt>
                <c:pt idx="345">
                  <c:v>4.9</c:v>
                </c:pt>
                <c:pt idx="346">
                  <c:v>13.5</c:v>
                </c:pt>
                <c:pt idx="347">
                  <c:v>1.2</c:v>
                </c:pt>
                <c:pt idx="348">
                  <c:v>15</c:v>
                </c:pt>
                <c:pt idx="349">
                  <c:v>17</c:v>
                </c:pt>
                <c:pt idx="350">
                  <c:v>2.1</c:v>
                </c:pt>
                <c:pt idx="351">
                  <c:v>1.1</c:v>
                </c:pt>
                <c:pt idx="352">
                  <c:v>7.9</c:v>
                </c:pt>
                <c:pt idx="353">
                  <c:v>16.5</c:v>
                </c:pt>
                <c:pt idx="354">
                  <c:v>4.6</c:v>
                </c:pt>
                <c:pt idx="355">
                  <c:v>9.35</c:v>
                </c:pt>
                <c:pt idx="356">
                  <c:v>8.85</c:v>
                </c:pt>
                <c:pt idx="357">
                  <c:v>6.8</c:v>
                </c:pt>
                <c:pt idx="358">
                  <c:v>1.55</c:v>
                </c:pt>
                <c:pt idx="359">
                  <c:v>10</c:v>
                </c:pt>
                <c:pt idx="360">
                  <c:v>26</c:v>
                </c:pt>
                <c:pt idx="361">
                  <c:v>3.7</c:v>
                </c:pt>
                <c:pt idx="362">
                  <c:v>7.2</c:v>
                </c:pt>
                <c:pt idx="363">
                  <c:v>4.8</c:v>
                </c:pt>
                <c:pt idx="364">
                  <c:v>15.5</c:v>
                </c:pt>
                <c:pt idx="365">
                  <c:v>3.8</c:v>
                </c:pt>
                <c:pt idx="366">
                  <c:v>9.8</c:v>
                </c:pt>
                <c:pt idx="367">
                  <c:v>5.19</c:v>
                </c:pt>
                <c:pt idx="368">
                  <c:v>22</c:v>
                </c:pt>
                <c:pt idx="369">
                  <c:v>4.68</c:v>
                </c:pt>
                <c:pt idx="370">
                  <c:v>10.8</c:v>
                </c:pt>
                <c:pt idx="371">
                  <c:v>5.4</c:v>
                </c:pt>
                <c:pt idx="372">
                  <c:v>1.9</c:v>
                </c:pt>
                <c:pt idx="373">
                  <c:v>13</c:v>
                </c:pt>
                <c:pt idx="374">
                  <c:v>24.999999</c:v>
                </c:pt>
                <c:pt idx="375">
                  <c:v>3.1</c:v>
                </c:pt>
                <c:pt idx="376">
                  <c:v>6.5</c:v>
                </c:pt>
                <c:pt idx="377">
                  <c:v>3.5</c:v>
                </c:pt>
                <c:pt idx="378">
                  <c:v>6</c:v>
                </c:pt>
                <c:pt idx="379">
                  <c:v>8.57</c:v>
                </c:pt>
                <c:pt idx="380">
                  <c:v>40</c:v>
                </c:pt>
                <c:pt idx="381">
                  <c:v>7.5</c:v>
                </c:pt>
                <c:pt idx="382">
                  <c:v>4.89</c:v>
                </c:pt>
                <c:pt idx="383">
                  <c:v>2.5</c:v>
                </c:pt>
                <c:pt idx="384">
                  <c:v>3.8</c:v>
                </c:pt>
                <c:pt idx="385">
                  <c:v>29.6</c:v>
                </c:pt>
                <c:pt idx="386">
                  <c:v>3.8</c:v>
                </c:pt>
                <c:pt idx="387">
                  <c:v>7</c:v>
                </c:pt>
                <c:pt idx="388">
                  <c:v>10.6</c:v>
                </c:pt>
                <c:pt idx="389">
                  <c:v>5.8</c:v>
                </c:pt>
                <c:pt idx="390">
                  <c:v>31</c:v>
                </c:pt>
                <c:pt idx="391">
                  <c:v>2.7</c:v>
                </c:pt>
                <c:pt idx="392">
                  <c:v>16.5</c:v>
                </c:pt>
                <c:pt idx="393">
                  <c:v>6.7</c:v>
                </c:pt>
                <c:pt idx="394">
                  <c:v>10</c:v>
                </c:pt>
                <c:pt idx="395">
                  <c:v>16.5</c:v>
                </c:pt>
                <c:pt idx="396">
                  <c:v>21.5</c:v>
                </c:pt>
                <c:pt idx="397">
                  <c:v>1.25</c:v>
                </c:pt>
                <c:pt idx="398">
                  <c:v>9</c:v>
                </c:pt>
                <c:pt idx="399">
                  <c:v>8.5</c:v>
                </c:pt>
                <c:pt idx="400">
                  <c:v>14.8</c:v>
                </c:pt>
                <c:pt idx="401">
                  <c:v>7.8</c:v>
                </c:pt>
                <c:pt idx="402">
                  <c:v>2.5</c:v>
                </c:pt>
                <c:pt idx="403">
                  <c:v>37.9</c:v>
                </c:pt>
                <c:pt idx="404">
                  <c:v>7.04</c:v>
                </c:pt>
                <c:pt idx="405">
                  <c:v>9.65</c:v>
                </c:pt>
                <c:pt idx="406">
                  <c:v>8.5</c:v>
                </c:pt>
                <c:pt idx="407">
                  <c:v>2.3</c:v>
                </c:pt>
                <c:pt idx="408">
                  <c:v>18</c:v>
                </c:pt>
                <c:pt idx="409">
                  <c:v>3.9</c:v>
                </c:pt>
                <c:pt idx="410">
                  <c:v>3.5</c:v>
                </c:pt>
                <c:pt idx="411">
                  <c:v>8</c:v>
                </c:pt>
                <c:pt idx="412">
                  <c:v>2.95</c:v>
                </c:pt>
                <c:pt idx="413">
                  <c:v>6.9</c:v>
                </c:pt>
                <c:pt idx="414">
                  <c:v>10.6</c:v>
                </c:pt>
                <c:pt idx="415">
                  <c:v>11.5</c:v>
                </c:pt>
                <c:pt idx="416">
                  <c:v>10.975</c:v>
                </c:pt>
                <c:pt idx="417">
                  <c:v>9.59</c:v>
                </c:pt>
                <c:pt idx="418">
                  <c:v>9.2</c:v>
                </c:pt>
                <c:pt idx="419">
                  <c:v>57</c:v>
                </c:pt>
                <c:pt idx="420">
                  <c:v>3.1</c:v>
                </c:pt>
                <c:pt idx="421">
                  <c:v>8.3</c:v>
                </c:pt>
                <c:pt idx="422">
                  <c:v>23</c:v>
                </c:pt>
                <c:pt idx="423">
                  <c:v>8.99</c:v>
                </c:pt>
                <c:pt idx="424">
                  <c:v>0.95</c:v>
                </c:pt>
                <c:pt idx="425">
                  <c:v>9</c:v>
                </c:pt>
                <c:pt idx="426">
                  <c:v>20</c:v>
                </c:pt>
                <c:pt idx="427">
                  <c:v>1</c:v>
                </c:pt>
                <c:pt idx="428">
                  <c:v>10.5</c:v>
                </c:pt>
                <c:pt idx="429">
                  <c:v>32</c:v>
                </c:pt>
                <c:pt idx="430">
                  <c:v>6.5</c:v>
                </c:pt>
                <c:pt idx="431">
                  <c:v>4.2</c:v>
                </c:pt>
                <c:pt idx="432">
                  <c:v>17.5</c:v>
                </c:pt>
                <c:pt idx="433">
                  <c:v>8.3</c:v>
                </c:pt>
                <c:pt idx="434">
                  <c:v>1.6</c:v>
                </c:pt>
                <c:pt idx="435">
                  <c:v>4.9</c:v>
                </c:pt>
                <c:pt idx="436">
                  <c:v>24</c:v>
                </c:pt>
                <c:pt idx="437">
                  <c:v>10.5</c:v>
                </c:pt>
                <c:pt idx="438">
                  <c:v>1.65</c:v>
                </c:pt>
                <c:pt idx="439">
                  <c:v>7.3</c:v>
                </c:pt>
                <c:pt idx="440">
                  <c:v>7.25</c:v>
                </c:pt>
                <c:pt idx="441">
                  <c:v>6.4</c:v>
                </c:pt>
                <c:pt idx="442">
                  <c:v>4.3</c:v>
                </c:pt>
                <c:pt idx="443">
                  <c:v>17.5</c:v>
                </c:pt>
                <c:pt idx="444">
                  <c:v>21.5</c:v>
                </c:pt>
                <c:pt idx="445">
                  <c:v>4.5</c:v>
                </c:pt>
                <c:pt idx="446">
                  <c:v>7.5</c:v>
                </c:pt>
                <c:pt idx="447">
                  <c:v>9.15</c:v>
                </c:pt>
                <c:pt idx="448">
                  <c:v>4.5</c:v>
                </c:pt>
                <c:pt idx="449">
                  <c:v>11.59</c:v>
                </c:pt>
                <c:pt idx="450">
                  <c:v>14.2</c:v>
                </c:pt>
                <c:pt idx="451">
                  <c:v>12</c:v>
                </c:pt>
                <c:pt idx="452">
                  <c:v>7.05</c:v>
                </c:pt>
                <c:pt idx="453">
                  <c:v>6.51</c:v>
                </c:pt>
                <c:pt idx="454">
                  <c:v>4</c:v>
                </c:pt>
                <c:pt idx="455">
                  <c:v>16.29</c:v>
                </c:pt>
                <c:pt idx="456">
                  <c:v>4.55</c:v>
                </c:pt>
                <c:pt idx="457">
                  <c:v>4.1</c:v>
                </c:pt>
                <c:pt idx="458">
                  <c:v>23.85</c:v>
                </c:pt>
                <c:pt idx="459">
                  <c:v>1.15</c:v>
                </c:pt>
                <c:pt idx="460">
                  <c:v>10.5</c:v>
                </c:pt>
                <c:pt idx="461">
                  <c:v>1.2</c:v>
                </c:pt>
                <c:pt idx="462">
                  <c:v>14</c:v>
                </c:pt>
                <c:pt idx="463">
                  <c:v>10.2</c:v>
                </c:pt>
                <c:pt idx="464">
                  <c:v>8</c:v>
                </c:pt>
                <c:pt idx="465">
                  <c:v>4.95</c:v>
                </c:pt>
                <c:pt idx="466">
                  <c:v>8</c:v>
                </c:pt>
                <c:pt idx="467">
                  <c:v>1</c:v>
                </c:pt>
                <c:pt idx="468">
                  <c:v>4.2</c:v>
                </c:pt>
                <c:pt idx="469">
                  <c:v>10</c:v>
                </c:pt>
                <c:pt idx="470">
                  <c:v>8.24</c:v>
                </c:pt>
                <c:pt idx="471">
                  <c:v>12</c:v>
                </c:pt>
                <c:pt idx="472">
                  <c:v>2.6</c:v>
                </c:pt>
                <c:pt idx="473">
                  <c:v>1.3</c:v>
                </c:pt>
                <c:pt idx="474">
                  <c:v>3.5</c:v>
                </c:pt>
                <c:pt idx="475">
                  <c:v>8.55</c:v>
                </c:pt>
                <c:pt idx="476">
                  <c:v>4.79</c:v>
                </c:pt>
                <c:pt idx="477">
                  <c:v>4.3</c:v>
                </c:pt>
                <c:pt idx="478">
                  <c:v>6.9</c:v>
                </c:pt>
                <c:pt idx="479">
                  <c:v>10</c:v>
                </c:pt>
                <c:pt idx="480">
                  <c:v>3.7</c:v>
                </c:pt>
                <c:pt idx="481">
                  <c:v>12.9</c:v>
                </c:pt>
                <c:pt idx="482">
                  <c:v>5.1</c:v>
                </c:pt>
                <c:pt idx="483">
                  <c:v>4.9</c:v>
                </c:pt>
                <c:pt idx="484">
                  <c:v>4.9</c:v>
                </c:pt>
                <c:pt idx="485">
                  <c:v>11.5</c:v>
                </c:pt>
                <c:pt idx="486">
                  <c:v>1.1</c:v>
                </c:pt>
                <c:pt idx="487">
                  <c:v>0.99</c:v>
                </c:pt>
                <c:pt idx="488">
                  <c:v>3</c:v>
                </c:pt>
                <c:pt idx="489">
                  <c:v>14.4</c:v>
                </c:pt>
                <c:pt idx="490">
                  <c:v>7</c:v>
                </c:pt>
                <c:pt idx="491">
                  <c:v>21.6</c:v>
                </c:pt>
                <c:pt idx="492">
                  <c:v>11.5</c:v>
                </c:pt>
                <c:pt idx="493">
                  <c:v>29</c:v>
                </c:pt>
                <c:pt idx="494">
                  <c:v>3</c:v>
                </c:pt>
                <c:pt idx="495">
                  <c:v>2.5</c:v>
                </c:pt>
                <c:pt idx="496">
                  <c:v>10.03</c:v>
                </c:pt>
                <c:pt idx="497">
                  <c:v>5</c:v>
                </c:pt>
                <c:pt idx="498">
                  <c:v>5.2</c:v>
                </c:pt>
                <c:pt idx="499">
                  <c:v>3.9</c:v>
                </c:pt>
                <c:pt idx="500">
                  <c:v>5.5</c:v>
                </c:pt>
                <c:pt idx="501">
                  <c:v>12.7</c:v>
                </c:pt>
                <c:pt idx="502">
                  <c:v>12.2</c:v>
                </c:pt>
                <c:pt idx="503">
                  <c:v>1.45</c:v>
                </c:pt>
                <c:pt idx="504">
                  <c:v>34.5</c:v>
                </c:pt>
                <c:pt idx="505">
                  <c:v>7.3</c:v>
                </c:pt>
                <c:pt idx="506">
                  <c:v>6.8</c:v>
                </c:pt>
                <c:pt idx="507">
                  <c:v>1.2</c:v>
                </c:pt>
                <c:pt idx="508">
                  <c:v>0.6</c:v>
                </c:pt>
                <c:pt idx="509">
                  <c:v>9</c:v>
                </c:pt>
                <c:pt idx="510">
                  <c:v>4.5</c:v>
                </c:pt>
                <c:pt idx="511">
                  <c:v>18.7</c:v>
                </c:pt>
                <c:pt idx="512">
                  <c:v>19</c:v>
                </c:pt>
                <c:pt idx="513">
                  <c:v>5.5</c:v>
                </c:pt>
                <c:pt idx="514">
                  <c:v>24</c:v>
                </c:pt>
                <c:pt idx="515">
                  <c:v>5.4</c:v>
                </c:pt>
                <c:pt idx="516">
                  <c:v>1.85</c:v>
                </c:pt>
                <c:pt idx="517">
                  <c:v>21.5</c:v>
                </c:pt>
                <c:pt idx="518">
                  <c:v>9.2</c:v>
                </c:pt>
                <c:pt idx="519">
                  <c:v>13.99</c:v>
                </c:pt>
                <c:pt idx="520">
                  <c:v>5.5</c:v>
                </c:pt>
                <c:pt idx="521">
                  <c:v>160</c:v>
                </c:pt>
                <c:pt idx="522">
                  <c:v>15.5</c:v>
                </c:pt>
                <c:pt idx="523">
                  <c:v>5.6</c:v>
                </c:pt>
                <c:pt idx="524">
                  <c:v>4.1</c:v>
                </c:pt>
                <c:pt idx="525">
                  <c:v>6.7</c:v>
                </c:pt>
                <c:pt idx="526">
                  <c:v>9</c:v>
                </c:pt>
                <c:pt idx="527">
                  <c:v>5.5</c:v>
                </c:pt>
                <c:pt idx="528">
                  <c:v>4</c:v>
                </c:pt>
                <c:pt idx="529">
                  <c:v>14</c:v>
                </c:pt>
                <c:pt idx="530">
                  <c:v>22</c:v>
                </c:pt>
                <c:pt idx="531">
                  <c:v>8.1</c:v>
                </c:pt>
                <c:pt idx="532">
                  <c:v>10.9</c:v>
                </c:pt>
                <c:pt idx="533">
                  <c:v>4.1</c:v>
                </c:pt>
                <c:pt idx="534">
                  <c:v>24.5</c:v>
                </c:pt>
                <c:pt idx="535">
                  <c:v>56</c:v>
                </c:pt>
                <c:pt idx="536">
                  <c:v>40</c:v>
                </c:pt>
                <c:pt idx="537">
                  <c:v>4</c:v>
                </c:pt>
                <c:pt idx="538">
                  <c:v>2.1</c:v>
                </c:pt>
                <c:pt idx="539">
                  <c:v>15.5</c:v>
                </c:pt>
                <c:pt idx="540">
                  <c:v>1.65</c:v>
                </c:pt>
                <c:pt idx="541">
                  <c:v>2.111111</c:v>
                </c:pt>
                <c:pt idx="542">
                  <c:v>2.5</c:v>
                </c:pt>
                <c:pt idx="543">
                  <c:v>5.8</c:v>
                </c:pt>
                <c:pt idx="544">
                  <c:v>2.7</c:v>
                </c:pt>
                <c:pt idx="545">
                  <c:v>14.4</c:v>
                </c:pt>
                <c:pt idx="546">
                  <c:v>10.4</c:v>
                </c:pt>
                <c:pt idx="547">
                  <c:v>14.3</c:v>
                </c:pt>
                <c:pt idx="548">
                  <c:v>11.3</c:v>
                </c:pt>
                <c:pt idx="549">
                  <c:v>5</c:v>
                </c:pt>
                <c:pt idx="550">
                  <c:v>8.9</c:v>
                </c:pt>
                <c:pt idx="551">
                  <c:v>7.2</c:v>
                </c:pt>
                <c:pt idx="552">
                  <c:v>6.9</c:v>
                </c:pt>
                <c:pt idx="553">
                  <c:v>8.8</c:v>
                </c:pt>
                <c:pt idx="554">
                  <c:v>7.69</c:v>
                </c:pt>
                <c:pt idx="555">
                  <c:v>5.85</c:v>
                </c:pt>
                <c:pt idx="556">
                  <c:v>9.5</c:v>
                </c:pt>
                <c:pt idx="557">
                  <c:v>16</c:v>
                </c:pt>
                <c:pt idx="558">
                  <c:v>8</c:v>
                </c:pt>
                <c:pt idx="559">
                  <c:v>63</c:v>
                </c:pt>
                <c:pt idx="560">
                  <c:v>5</c:v>
                </c:pt>
                <c:pt idx="561">
                  <c:v>1.7</c:v>
                </c:pt>
                <c:pt idx="562">
                  <c:v>2</c:v>
                </c:pt>
                <c:pt idx="563">
                  <c:v>11.85</c:v>
                </c:pt>
                <c:pt idx="564">
                  <c:v>2</c:v>
                </c:pt>
                <c:pt idx="565">
                  <c:v>4.6</c:v>
                </c:pt>
                <c:pt idx="566">
                  <c:v>16.5</c:v>
                </c:pt>
                <c:pt idx="567">
                  <c:v>2.1</c:v>
                </c:pt>
                <c:pt idx="568">
                  <c:v>2.6</c:v>
                </c:pt>
                <c:pt idx="569">
                  <c:v>11</c:v>
                </c:pt>
                <c:pt idx="570">
                  <c:v>11.2</c:v>
                </c:pt>
                <c:pt idx="571">
                  <c:v>5</c:v>
                </c:pt>
                <c:pt idx="572">
                  <c:v>16.9</c:v>
                </c:pt>
                <c:pt idx="573">
                  <c:v>4.2</c:v>
                </c:pt>
                <c:pt idx="574">
                  <c:v>2.7</c:v>
                </c:pt>
                <c:pt idx="575">
                  <c:v>5.8</c:v>
                </c:pt>
                <c:pt idx="576">
                  <c:v>11.5</c:v>
                </c:pt>
                <c:pt idx="577">
                  <c:v>5.3</c:v>
                </c:pt>
                <c:pt idx="578">
                  <c:v>65</c:v>
                </c:pt>
                <c:pt idx="579">
                  <c:v>8.6</c:v>
                </c:pt>
                <c:pt idx="580">
                  <c:v>6.7</c:v>
                </c:pt>
                <c:pt idx="581">
                  <c:v>24.5</c:v>
                </c:pt>
                <c:pt idx="582">
                  <c:v>1.999999</c:v>
                </c:pt>
                <c:pt idx="583">
                  <c:v>25</c:v>
                </c:pt>
                <c:pt idx="584">
                  <c:v>6.5</c:v>
                </c:pt>
                <c:pt idx="585">
                  <c:v>5.2</c:v>
                </c:pt>
                <c:pt idx="586">
                  <c:v>12.5</c:v>
                </c:pt>
                <c:pt idx="587">
                  <c:v>9</c:v>
                </c:pt>
                <c:pt idx="588">
                  <c:v>4.65</c:v>
                </c:pt>
                <c:pt idx="589">
                  <c:v>5</c:v>
                </c:pt>
                <c:pt idx="590">
                  <c:v>4.75</c:v>
                </c:pt>
                <c:pt idx="591">
                  <c:v>7.9</c:v>
                </c:pt>
                <c:pt idx="592">
                  <c:v>9.4</c:v>
                </c:pt>
                <c:pt idx="593">
                  <c:v>5</c:v>
                </c:pt>
                <c:pt idx="594">
                  <c:v>7.65</c:v>
                </c:pt>
                <c:pt idx="595">
                  <c:v>1.35</c:v>
                </c:pt>
                <c:pt idx="596">
                  <c:v>4.7</c:v>
                </c:pt>
                <c:pt idx="597">
                  <c:v>3.65</c:v>
                </c:pt>
                <c:pt idx="598">
                  <c:v>15.5</c:v>
                </c:pt>
                <c:pt idx="599">
                  <c:v>17.8</c:v>
                </c:pt>
                <c:pt idx="600">
                  <c:v>8</c:v>
                </c:pt>
                <c:pt idx="601">
                  <c:v>24</c:v>
                </c:pt>
                <c:pt idx="602">
                  <c:v>7.2</c:v>
                </c:pt>
                <c:pt idx="603">
                  <c:v>4.6</c:v>
                </c:pt>
                <c:pt idx="604">
                  <c:v>8.7</c:v>
                </c:pt>
                <c:pt idx="605">
                  <c:v>15.5</c:v>
                </c:pt>
                <c:pt idx="606">
                  <c:v>1.35</c:v>
                </c:pt>
                <c:pt idx="607">
                  <c:v>6.5</c:v>
                </c:pt>
                <c:pt idx="608">
                  <c:v>4.8</c:v>
                </c:pt>
                <c:pt idx="609">
                  <c:v>8</c:v>
                </c:pt>
                <c:pt idx="610">
                  <c:v>7.5</c:v>
                </c:pt>
                <c:pt idx="611">
                  <c:v>1.5</c:v>
                </c:pt>
                <c:pt idx="612">
                  <c:v>43</c:v>
                </c:pt>
                <c:pt idx="613">
                  <c:v>16.8</c:v>
                </c:pt>
                <c:pt idx="614">
                  <c:v>4.2</c:v>
                </c:pt>
                <c:pt idx="615">
                  <c:v>22.35</c:v>
                </c:pt>
                <c:pt idx="616">
                  <c:v>4.8</c:v>
                </c:pt>
                <c:pt idx="617">
                  <c:v>43.9</c:v>
                </c:pt>
                <c:pt idx="618">
                  <c:v>53</c:v>
                </c:pt>
                <c:pt idx="619">
                  <c:v>4.5</c:v>
                </c:pt>
                <c:pt idx="620">
                  <c:v>3.6</c:v>
                </c:pt>
                <c:pt idx="621">
                  <c:v>23</c:v>
                </c:pt>
                <c:pt idx="622">
                  <c:v>5.05</c:v>
                </c:pt>
                <c:pt idx="623">
                  <c:v>3</c:v>
                </c:pt>
                <c:pt idx="624">
                  <c:v>1.45</c:v>
                </c:pt>
                <c:pt idx="625">
                  <c:v>6.8</c:v>
                </c:pt>
                <c:pt idx="626">
                  <c:v>3.6</c:v>
                </c:pt>
                <c:pt idx="627">
                  <c:v>5.5</c:v>
                </c:pt>
                <c:pt idx="628">
                  <c:v>0.7</c:v>
                </c:pt>
                <c:pt idx="629">
                  <c:v>13.9</c:v>
                </c:pt>
                <c:pt idx="630">
                  <c:v>65</c:v>
                </c:pt>
                <c:pt idx="631">
                  <c:v>12.89</c:v>
                </c:pt>
                <c:pt idx="632">
                  <c:v>10.5</c:v>
                </c:pt>
                <c:pt idx="633">
                  <c:v>8</c:v>
                </c:pt>
                <c:pt idx="634">
                  <c:v>5</c:v>
                </c:pt>
                <c:pt idx="635">
                  <c:v>2.15</c:v>
                </c:pt>
                <c:pt idx="636">
                  <c:v>17</c:v>
                </c:pt>
                <c:pt idx="637">
                  <c:v>8</c:v>
                </c:pt>
                <c:pt idx="638">
                  <c:v>149</c:v>
                </c:pt>
                <c:pt idx="639">
                  <c:v>30</c:v>
                </c:pt>
                <c:pt idx="640">
                  <c:v>2.15</c:v>
                </c:pt>
                <c:pt idx="641">
                  <c:v>1.3</c:v>
                </c:pt>
                <c:pt idx="642">
                  <c:v>58</c:v>
                </c:pt>
                <c:pt idx="643">
                  <c:v>12.6</c:v>
                </c:pt>
                <c:pt idx="644">
                  <c:v>20.5</c:v>
                </c:pt>
                <c:pt idx="645">
                  <c:v>2.2</c:v>
                </c:pt>
                <c:pt idx="646">
                  <c:v>43</c:v>
                </c:pt>
                <c:pt idx="647">
                  <c:v>3.3</c:v>
                </c:pt>
                <c:pt idx="648">
                  <c:v>23</c:v>
                </c:pt>
                <c:pt idx="649">
                  <c:v>2.7</c:v>
                </c:pt>
                <c:pt idx="650">
                  <c:v>15.4</c:v>
                </c:pt>
                <c:pt idx="651">
                  <c:v>3.4</c:v>
                </c:pt>
                <c:pt idx="652">
                  <c:v>14.4</c:v>
                </c:pt>
                <c:pt idx="653">
                  <c:v>17.5</c:v>
                </c:pt>
                <c:pt idx="654">
                  <c:v>21</c:v>
                </c:pt>
                <c:pt idx="655">
                  <c:v>5.8</c:v>
                </c:pt>
                <c:pt idx="656">
                  <c:v>6.61</c:v>
                </c:pt>
                <c:pt idx="657">
                  <c:v>21.89</c:v>
                </c:pt>
                <c:pt idx="658">
                  <c:v>17.5</c:v>
                </c:pt>
                <c:pt idx="659">
                  <c:v>8</c:v>
                </c:pt>
                <c:pt idx="660">
                  <c:v>4.12</c:v>
                </c:pt>
                <c:pt idx="661">
                  <c:v>6.5</c:v>
                </c:pt>
                <c:pt idx="662">
                  <c:v>6.5</c:v>
                </c:pt>
                <c:pt idx="663">
                  <c:v>6.5</c:v>
                </c:pt>
                <c:pt idx="664">
                  <c:v>11.15</c:v>
                </c:pt>
                <c:pt idx="665">
                  <c:v>9.46</c:v>
                </c:pt>
                <c:pt idx="666">
                  <c:v>3</c:v>
                </c:pt>
                <c:pt idx="667">
                  <c:v>1.7</c:v>
                </c:pt>
                <c:pt idx="668">
                  <c:v>2.55</c:v>
                </c:pt>
                <c:pt idx="669">
                  <c:v>1.5</c:v>
                </c:pt>
                <c:pt idx="670">
                  <c:v>11.5</c:v>
                </c:pt>
                <c:pt idx="671">
                  <c:v>8</c:v>
                </c:pt>
                <c:pt idx="672">
                  <c:v>11.55</c:v>
                </c:pt>
                <c:pt idx="673">
                  <c:v>3.8</c:v>
                </c:pt>
                <c:pt idx="674">
                  <c:v>8</c:v>
                </c:pt>
                <c:pt idx="675">
                  <c:v>1.9</c:v>
                </c:pt>
                <c:pt idx="676">
                  <c:v>5.5</c:v>
                </c:pt>
                <c:pt idx="677">
                  <c:v>1.55</c:v>
                </c:pt>
                <c:pt idx="678">
                  <c:v>4.68</c:v>
                </c:pt>
                <c:pt idx="679">
                  <c:v>7.9</c:v>
                </c:pt>
                <c:pt idx="680">
                  <c:v>10.5</c:v>
                </c:pt>
                <c:pt idx="681">
                  <c:v>15.9</c:v>
                </c:pt>
                <c:pt idx="682">
                  <c:v>4.35</c:v>
                </c:pt>
                <c:pt idx="683">
                  <c:v>3.1</c:v>
                </c:pt>
                <c:pt idx="684">
                  <c:v>38</c:v>
                </c:pt>
                <c:pt idx="685">
                  <c:v>8.7</c:v>
                </c:pt>
                <c:pt idx="686">
                  <c:v>4.69</c:v>
                </c:pt>
                <c:pt idx="687">
                  <c:v>1.75</c:v>
                </c:pt>
                <c:pt idx="688">
                  <c:v>17</c:v>
                </c:pt>
                <c:pt idx="689">
                  <c:v>5</c:v>
                </c:pt>
                <c:pt idx="690">
                  <c:v>3.85</c:v>
                </c:pt>
                <c:pt idx="691">
                  <c:v>16.7</c:v>
                </c:pt>
                <c:pt idx="692">
                  <c:v>5.6</c:v>
                </c:pt>
                <c:pt idx="693">
                  <c:v>18.5</c:v>
                </c:pt>
                <c:pt idx="694">
                  <c:v>0.6</c:v>
                </c:pt>
                <c:pt idx="695">
                  <c:v>1.2</c:v>
                </c:pt>
                <c:pt idx="696">
                  <c:v>16.29</c:v>
                </c:pt>
                <c:pt idx="697">
                  <c:v>12</c:v>
                </c:pt>
                <c:pt idx="698">
                  <c:v>30</c:v>
                </c:pt>
                <c:pt idx="699">
                  <c:v>2.8</c:v>
                </c:pt>
                <c:pt idx="700">
                  <c:v>11</c:v>
                </c:pt>
                <c:pt idx="701">
                  <c:v>9.999999</c:v>
                </c:pt>
                <c:pt idx="702">
                  <c:v>34.6</c:v>
                </c:pt>
                <c:pt idx="703">
                  <c:v>4.73</c:v>
                </c:pt>
                <c:pt idx="704">
                  <c:v>5.339</c:v>
                </c:pt>
                <c:pt idx="705">
                  <c:v>19</c:v>
                </c:pt>
                <c:pt idx="706">
                  <c:v>1</c:v>
                </c:pt>
                <c:pt idx="707">
                  <c:v>10.5</c:v>
                </c:pt>
                <c:pt idx="708">
                  <c:v>4.35</c:v>
                </c:pt>
                <c:pt idx="709">
                  <c:v>4.09</c:v>
                </c:pt>
                <c:pt idx="710">
                  <c:v>5</c:v>
                </c:pt>
                <c:pt idx="711">
                  <c:v>9.5</c:v>
                </c:pt>
                <c:pt idx="712">
                  <c:v>16.9</c:v>
                </c:pt>
                <c:pt idx="713">
                  <c:v>6.8</c:v>
                </c:pt>
                <c:pt idx="714">
                  <c:v>6.5</c:v>
                </c:pt>
                <c:pt idx="715">
                  <c:v>5.5</c:v>
                </c:pt>
                <c:pt idx="716">
                  <c:v>3</c:v>
                </c:pt>
                <c:pt idx="717">
                  <c:v>2</c:v>
                </c:pt>
                <c:pt idx="718">
                  <c:v>3</c:v>
                </c:pt>
                <c:pt idx="719">
                  <c:v>0.75</c:v>
                </c:pt>
                <c:pt idx="720">
                  <c:v>4.19</c:v>
                </c:pt>
                <c:pt idx="721">
                  <c:v>4.65</c:v>
                </c:pt>
                <c:pt idx="722">
                  <c:v>11.5</c:v>
                </c:pt>
                <c:pt idx="723">
                  <c:v>8.7</c:v>
                </c:pt>
                <c:pt idx="724">
                  <c:v>35</c:v>
                </c:pt>
                <c:pt idx="725">
                  <c:v>10.5</c:v>
                </c:pt>
                <c:pt idx="726">
                  <c:v>35.79</c:v>
                </c:pt>
                <c:pt idx="727">
                  <c:v>2.3</c:v>
                </c:pt>
                <c:pt idx="728">
                  <c:v>2.55</c:v>
                </c:pt>
                <c:pt idx="729">
                  <c:v>3.2</c:v>
                </c:pt>
                <c:pt idx="730">
                  <c:v>9.2</c:v>
                </c:pt>
                <c:pt idx="731">
                  <c:v>9.3</c:v>
                </c:pt>
                <c:pt idx="732">
                  <c:v>2.7</c:v>
                </c:pt>
                <c:pt idx="733">
                  <c:v>6</c:v>
                </c:pt>
                <c:pt idx="734">
                  <c:v>7</c:v>
                </c:pt>
                <c:pt idx="735">
                  <c:v>10.5</c:v>
                </c:pt>
                <c:pt idx="736">
                  <c:v>23</c:v>
                </c:pt>
                <c:pt idx="737">
                  <c:v>14.5</c:v>
                </c:pt>
                <c:pt idx="738">
                  <c:v>11</c:v>
                </c:pt>
                <c:pt idx="739">
                  <c:v>1.8</c:v>
                </c:pt>
                <c:pt idx="740">
                  <c:v>6.55</c:v>
                </c:pt>
                <c:pt idx="741">
                  <c:v>11.2</c:v>
                </c:pt>
                <c:pt idx="742">
                  <c:v>50</c:v>
                </c:pt>
                <c:pt idx="743">
                  <c:v>6.6</c:v>
                </c:pt>
                <c:pt idx="744">
                  <c:v>4.1</c:v>
                </c:pt>
                <c:pt idx="745">
                  <c:v>5.55</c:v>
                </c:pt>
                <c:pt idx="746">
                  <c:v>7.6</c:v>
                </c:pt>
                <c:pt idx="747">
                  <c:v>44.9</c:v>
                </c:pt>
                <c:pt idx="748">
                  <c:v>13.5</c:v>
                </c:pt>
                <c:pt idx="749">
                  <c:v>7.5</c:v>
                </c:pt>
                <c:pt idx="750">
                  <c:v>4.5</c:v>
                </c:pt>
                <c:pt idx="751">
                  <c:v>6</c:v>
                </c:pt>
                <c:pt idx="752">
                  <c:v>2.3</c:v>
                </c:pt>
                <c:pt idx="753">
                  <c:v>6</c:v>
                </c:pt>
                <c:pt idx="754">
                  <c:v>4.9</c:v>
                </c:pt>
                <c:pt idx="755">
                  <c:v>8.3</c:v>
                </c:pt>
                <c:pt idx="756">
                  <c:v>6.7</c:v>
                </c:pt>
                <c:pt idx="757">
                  <c:v>35</c:v>
                </c:pt>
                <c:pt idx="758">
                  <c:v>5.8</c:v>
                </c:pt>
                <c:pt idx="759">
                  <c:v>17.75</c:v>
                </c:pt>
                <c:pt idx="760">
                  <c:v>7</c:v>
                </c:pt>
                <c:pt idx="761">
                  <c:v>7.8</c:v>
                </c:pt>
                <c:pt idx="762">
                  <c:v>12</c:v>
                </c:pt>
                <c:pt idx="763">
                  <c:v>2.5</c:v>
                </c:pt>
                <c:pt idx="764">
                  <c:v>9.2</c:v>
                </c:pt>
                <c:pt idx="765">
                  <c:v>5.2</c:v>
                </c:pt>
                <c:pt idx="766">
                  <c:v>3.5</c:v>
                </c:pt>
                <c:pt idx="767">
                  <c:v>13</c:v>
                </c:pt>
                <c:pt idx="768">
                  <c:v>2.6</c:v>
                </c:pt>
                <c:pt idx="769">
                  <c:v>7.5</c:v>
                </c:pt>
                <c:pt idx="770">
                  <c:v>5.5</c:v>
                </c:pt>
                <c:pt idx="771">
                  <c:v>9.15</c:v>
                </c:pt>
                <c:pt idx="772">
                  <c:v>6.9</c:v>
                </c:pt>
                <c:pt idx="773">
                  <c:v>8.6</c:v>
                </c:pt>
                <c:pt idx="774">
                  <c:v>42</c:v>
                </c:pt>
                <c:pt idx="775">
                  <c:v>10.9</c:v>
                </c:pt>
                <c:pt idx="776">
                  <c:v>8.4</c:v>
                </c:pt>
                <c:pt idx="777">
                  <c:v>12.7</c:v>
                </c:pt>
                <c:pt idx="778">
                  <c:v>42</c:v>
                </c:pt>
                <c:pt idx="779">
                  <c:v>8</c:v>
                </c:pt>
                <c:pt idx="780">
                  <c:v>2.1</c:v>
                </c:pt>
                <c:pt idx="781">
                  <c:v>20</c:v>
                </c:pt>
                <c:pt idx="782">
                  <c:v>5.4</c:v>
                </c:pt>
                <c:pt idx="783">
                  <c:v>3.5</c:v>
                </c:pt>
                <c:pt idx="784">
                  <c:v>12</c:v>
                </c:pt>
                <c:pt idx="785">
                  <c:v>6.2</c:v>
                </c:pt>
                <c:pt idx="786">
                  <c:v>0.85</c:v>
                </c:pt>
                <c:pt idx="787">
                  <c:v>9</c:v>
                </c:pt>
                <c:pt idx="788">
                  <c:v>18</c:v>
                </c:pt>
                <c:pt idx="789">
                  <c:v>5.7</c:v>
                </c:pt>
                <c:pt idx="790">
                  <c:v>8.69</c:v>
                </c:pt>
                <c:pt idx="791">
                  <c:v>4</c:v>
                </c:pt>
                <c:pt idx="792">
                  <c:v>17.999999</c:v>
                </c:pt>
                <c:pt idx="793">
                  <c:v>19.5</c:v>
                </c:pt>
                <c:pt idx="794">
                  <c:v>4.25</c:v>
                </c:pt>
                <c:pt idx="795">
                  <c:v>7.8</c:v>
                </c:pt>
                <c:pt idx="796">
                  <c:v>11.9</c:v>
                </c:pt>
                <c:pt idx="797">
                  <c:v>10.7</c:v>
                </c:pt>
                <c:pt idx="798">
                  <c:v>12.5</c:v>
                </c:pt>
                <c:pt idx="799">
                  <c:v>4</c:v>
                </c:pt>
                <c:pt idx="800">
                  <c:v>3.2</c:v>
                </c:pt>
                <c:pt idx="801">
                  <c:v>11</c:v>
                </c:pt>
                <c:pt idx="802">
                  <c:v>21.7</c:v>
                </c:pt>
                <c:pt idx="803">
                  <c:v>2.39</c:v>
                </c:pt>
                <c:pt idx="804">
                  <c:v>4</c:v>
                </c:pt>
                <c:pt idx="805">
                  <c:v>16</c:v>
                </c:pt>
                <c:pt idx="806">
                  <c:v>1.85</c:v>
                </c:pt>
                <c:pt idx="807">
                  <c:v>14.5</c:v>
                </c:pt>
                <c:pt idx="808">
                  <c:v>1.6</c:v>
                </c:pt>
                <c:pt idx="809">
                  <c:v>63</c:v>
                </c:pt>
                <c:pt idx="810">
                  <c:v>17.8</c:v>
                </c:pt>
                <c:pt idx="811">
                  <c:v>22.5</c:v>
                </c:pt>
                <c:pt idx="812">
                  <c:v>7.2</c:v>
                </c:pt>
                <c:pt idx="813">
                  <c:v>4</c:v>
                </c:pt>
                <c:pt idx="814">
                  <c:v>13.8</c:v>
                </c:pt>
                <c:pt idx="815">
                  <c:v>3.5</c:v>
                </c:pt>
                <c:pt idx="816">
                  <c:v>3.5</c:v>
                </c:pt>
                <c:pt idx="817">
                  <c:v>14.5</c:v>
                </c:pt>
                <c:pt idx="818">
                  <c:v>3.2</c:v>
                </c:pt>
                <c:pt idx="819">
                  <c:v>6.45</c:v>
                </c:pt>
                <c:pt idx="820">
                  <c:v>5.45</c:v>
                </c:pt>
                <c:pt idx="821">
                  <c:v>1.3</c:v>
                </c:pt>
                <c:pt idx="822">
                  <c:v>23.7</c:v>
                </c:pt>
                <c:pt idx="823">
                  <c:v>6.5</c:v>
                </c:pt>
                <c:pt idx="824">
                  <c:v>3.7</c:v>
                </c:pt>
                <c:pt idx="825">
                  <c:v>5.65</c:v>
                </c:pt>
                <c:pt idx="826">
                  <c:v>6.5</c:v>
                </c:pt>
                <c:pt idx="827">
                  <c:v>3.9</c:v>
                </c:pt>
                <c:pt idx="828">
                  <c:v>2.6</c:v>
                </c:pt>
                <c:pt idx="829">
                  <c:v>11.15</c:v>
                </c:pt>
                <c:pt idx="830">
                  <c:v>9</c:v>
                </c:pt>
                <c:pt idx="831">
                  <c:v>8.1</c:v>
                </c:pt>
                <c:pt idx="832">
                  <c:v>2</c:v>
                </c:pt>
                <c:pt idx="833">
                  <c:v>11.2</c:v>
                </c:pt>
                <c:pt idx="834">
                  <c:v>5.5</c:v>
                </c:pt>
                <c:pt idx="835">
                  <c:v>8.3</c:v>
                </c:pt>
                <c:pt idx="836">
                  <c:v>4.9</c:v>
                </c:pt>
                <c:pt idx="837">
                  <c:v>13.3</c:v>
                </c:pt>
                <c:pt idx="838">
                  <c:v>5.39</c:v>
                </c:pt>
                <c:pt idx="839">
                  <c:v>1.8</c:v>
                </c:pt>
                <c:pt idx="840">
                  <c:v>4.3</c:v>
                </c:pt>
                <c:pt idx="841">
                  <c:v>1.25</c:v>
                </c:pt>
                <c:pt idx="842">
                  <c:v>8</c:v>
                </c:pt>
                <c:pt idx="843">
                  <c:v>8.1</c:v>
                </c:pt>
                <c:pt idx="844">
                  <c:v>9.985</c:v>
                </c:pt>
                <c:pt idx="845">
                  <c:v>16</c:v>
                </c:pt>
                <c:pt idx="846">
                  <c:v>14.99</c:v>
                </c:pt>
                <c:pt idx="847">
                  <c:v>5.6</c:v>
                </c:pt>
                <c:pt idx="848">
                  <c:v>5.6</c:v>
                </c:pt>
                <c:pt idx="849">
                  <c:v>9</c:v>
                </c:pt>
                <c:pt idx="850">
                  <c:v>2.7</c:v>
                </c:pt>
                <c:pt idx="851">
                  <c:v>5.3</c:v>
                </c:pt>
                <c:pt idx="852">
                  <c:v>10.8</c:v>
                </c:pt>
                <c:pt idx="853">
                  <c:v>11.5</c:v>
                </c:pt>
                <c:pt idx="854">
                  <c:v>2.2</c:v>
                </c:pt>
                <c:pt idx="855">
                  <c:v>9</c:v>
                </c:pt>
                <c:pt idx="856">
                  <c:v>8.5</c:v>
                </c:pt>
                <c:pt idx="857">
                  <c:v>10.5</c:v>
                </c:pt>
                <c:pt idx="858">
                  <c:v>7.5</c:v>
                </c:pt>
                <c:pt idx="859">
                  <c:v>5.8</c:v>
                </c:pt>
                <c:pt idx="860">
                  <c:v>8.59</c:v>
                </c:pt>
                <c:pt idx="861">
                  <c:v>13.5</c:v>
                </c:pt>
                <c:pt idx="862">
                  <c:v>26</c:v>
                </c:pt>
                <c:pt idx="863">
                  <c:v>12.2</c:v>
                </c:pt>
                <c:pt idx="864">
                  <c:v>24</c:v>
                </c:pt>
                <c:pt idx="865">
                  <c:v>1.6</c:v>
                </c:pt>
                <c:pt idx="866">
                  <c:v>1.5</c:v>
                </c:pt>
                <c:pt idx="867">
                  <c:v>9</c:v>
                </c:pt>
                <c:pt idx="868">
                  <c:v>8.4</c:v>
                </c:pt>
                <c:pt idx="869">
                  <c:v>5.7</c:v>
                </c:pt>
                <c:pt idx="870">
                  <c:v>18</c:v>
                </c:pt>
                <c:pt idx="871">
                  <c:v>2.3</c:v>
                </c:pt>
                <c:pt idx="872">
                  <c:v>2.75</c:v>
                </c:pt>
                <c:pt idx="873">
                  <c:v>10</c:v>
                </c:pt>
                <c:pt idx="874">
                  <c:v>13.2</c:v>
                </c:pt>
                <c:pt idx="875">
                  <c:v>9</c:v>
                </c:pt>
                <c:pt idx="876">
                  <c:v>11.799999</c:v>
                </c:pt>
                <c:pt idx="877">
                  <c:v>47</c:v>
                </c:pt>
                <c:pt idx="878">
                  <c:v>3.5</c:v>
                </c:pt>
                <c:pt idx="879">
                  <c:v>11</c:v>
                </c:pt>
                <c:pt idx="880">
                  <c:v>3.1</c:v>
                </c:pt>
                <c:pt idx="881">
                  <c:v>5.8</c:v>
                </c:pt>
                <c:pt idx="882">
                  <c:v>4.29</c:v>
                </c:pt>
                <c:pt idx="883">
                  <c:v>7.79</c:v>
                </c:pt>
                <c:pt idx="884">
                  <c:v>3</c:v>
                </c:pt>
                <c:pt idx="885">
                  <c:v>1.45</c:v>
                </c:pt>
                <c:pt idx="886">
                  <c:v>6.35</c:v>
                </c:pt>
                <c:pt idx="887">
                  <c:v>4.725</c:v>
                </c:pt>
                <c:pt idx="888">
                  <c:v>30.7</c:v>
                </c:pt>
                <c:pt idx="889">
                  <c:v>9.1</c:v>
                </c:pt>
                <c:pt idx="890">
                  <c:v>7</c:v>
                </c:pt>
                <c:pt idx="891">
                  <c:v>33.5</c:v>
                </c:pt>
                <c:pt idx="892">
                  <c:v>15.5</c:v>
                </c:pt>
                <c:pt idx="893">
                  <c:v>2</c:v>
                </c:pt>
                <c:pt idx="894">
                  <c:v>48</c:v>
                </c:pt>
                <c:pt idx="895">
                  <c:v>19</c:v>
                </c:pt>
                <c:pt idx="896">
                  <c:v>6.2</c:v>
                </c:pt>
                <c:pt idx="897">
                  <c:v>15.4</c:v>
                </c:pt>
                <c:pt idx="898">
                  <c:v>1.73</c:v>
                </c:pt>
                <c:pt idx="899">
                  <c:v>1.82</c:v>
                </c:pt>
                <c:pt idx="900">
                  <c:v>6.2</c:v>
                </c:pt>
                <c:pt idx="901">
                  <c:v>32.9</c:v>
                </c:pt>
                <c:pt idx="902">
                  <c:v>8.9</c:v>
                </c:pt>
                <c:pt idx="903">
                  <c:v>4</c:v>
                </c:pt>
                <c:pt idx="904">
                  <c:v>10</c:v>
                </c:pt>
                <c:pt idx="905">
                  <c:v>9.6</c:v>
                </c:pt>
                <c:pt idx="906">
                  <c:v>0.5</c:v>
                </c:pt>
                <c:pt idx="907">
                  <c:v>2.6</c:v>
                </c:pt>
                <c:pt idx="908">
                  <c:v>12.25</c:v>
                </c:pt>
                <c:pt idx="909">
                  <c:v>26.8</c:v>
                </c:pt>
                <c:pt idx="910">
                  <c:v>11.3</c:v>
                </c:pt>
                <c:pt idx="911">
                  <c:v>6.7</c:v>
                </c:pt>
                <c:pt idx="912">
                  <c:v>12</c:v>
                </c:pt>
                <c:pt idx="913">
                  <c:v>3.25</c:v>
                </c:pt>
                <c:pt idx="914">
                  <c:v>6.99</c:v>
                </c:pt>
                <c:pt idx="915">
                  <c:v>1.105</c:v>
                </c:pt>
                <c:pt idx="916">
                  <c:v>8.3</c:v>
                </c:pt>
                <c:pt idx="917">
                  <c:v>4.7</c:v>
                </c:pt>
                <c:pt idx="918">
                  <c:v>3.5</c:v>
                </c:pt>
                <c:pt idx="919">
                  <c:v>12.6</c:v>
                </c:pt>
                <c:pt idx="920">
                  <c:v>17.5</c:v>
                </c:pt>
                <c:pt idx="921">
                  <c:v>7.59</c:v>
                </c:pt>
                <c:pt idx="922">
                  <c:v>14</c:v>
                </c:pt>
                <c:pt idx="923">
                  <c:v>2.5</c:v>
                </c:pt>
                <c:pt idx="924">
                  <c:v>6.7</c:v>
                </c:pt>
                <c:pt idx="925">
                  <c:v>9.8</c:v>
                </c:pt>
                <c:pt idx="926">
                  <c:v>14</c:v>
                </c:pt>
                <c:pt idx="927">
                  <c:v>4.5</c:v>
                </c:pt>
                <c:pt idx="928">
                  <c:v>10.3</c:v>
                </c:pt>
                <c:pt idx="929">
                  <c:v>41.5</c:v>
                </c:pt>
                <c:pt idx="930">
                  <c:v>25.9</c:v>
                </c:pt>
                <c:pt idx="931">
                  <c:v>2</c:v>
                </c:pt>
                <c:pt idx="932">
                  <c:v>5.2</c:v>
                </c:pt>
                <c:pt idx="933">
                  <c:v>6.89</c:v>
                </c:pt>
                <c:pt idx="934">
                  <c:v>11.2</c:v>
                </c:pt>
                <c:pt idx="935">
                  <c:v>11</c:v>
                </c:pt>
                <c:pt idx="936">
                  <c:v>16</c:v>
                </c:pt>
                <c:pt idx="937">
                  <c:v>16.9</c:v>
                </c:pt>
                <c:pt idx="938">
                  <c:v>12.8</c:v>
                </c:pt>
                <c:pt idx="939">
                  <c:v>11</c:v>
                </c:pt>
                <c:pt idx="940">
                  <c:v>4.39</c:v>
                </c:pt>
                <c:pt idx="941">
                  <c:v>0.5</c:v>
                </c:pt>
                <c:pt idx="942">
                  <c:v>8.7</c:v>
                </c:pt>
                <c:pt idx="943">
                  <c:v>5.8</c:v>
                </c:pt>
                <c:pt idx="944">
                  <c:v>9.07</c:v>
                </c:pt>
                <c:pt idx="945">
                  <c:v>11.5</c:v>
                </c:pt>
                <c:pt idx="946">
                  <c:v>2.6</c:v>
                </c:pt>
                <c:pt idx="947">
                  <c:v>4</c:v>
                </c:pt>
                <c:pt idx="948">
                  <c:v>6.7</c:v>
                </c:pt>
                <c:pt idx="949">
                  <c:v>4.1</c:v>
                </c:pt>
                <c:pt idx="950">
                  <c:v>9</c:v>
                </c:pt>
                <c:pt idx="951">
                  <c:v>5.85</c:v>
                </c:pt>
                <c:pt idx="952">
                  <c:v>10.5</c:v>
                </c:pt>
                <c:pt idx="953">
                  <c:v>4.3</c:v>
                </c:pt>
                <c:pt idx="954">
                  <c:v>12.5</c:v>
                </c:pt>
                <c:pt idx="955">
                  <c:v>1.2</c:v>
                </c:pt>
                <c:pt idx="956">
                  <c:v>42</c:v>
                </c:pt>
                <c:pt idx="957">
                  <c:v>9.5</c:v>
                </c:pt>
                <c:pt idx="958">
                  <c:v>2.2</c:v>
                </c:pt>
                <c:pt idx="959">
                  <c:v>12.5</c:v>
                </c:pt>
                <c:pt idx="960">
                  <c:v>13.5</c:v>
                </c:pt>
                <c:pt idx="961">
                  <c:v>3.65</c:v>
                </c:pt>
                <c:pt idx="962">
                  <c:v>4</c:v>
                </c:pt>
                <c:pt idx="963">
                  <c:v>5.2</c:v>
                </c:pt>
                <c:pt idx="964">
                  <c:v>3.4</c:v>
                </c:pt>
                <c:pt idx="965">
                  <c:v>10</c:v>
                </c:pt>
                <c:pt idx="966">
                  <c:v>11.5</c:v>
                </c:pt>
                <c:pt idx="967">
                  <c:v>7.5</c:v>
                </c:pt>
                <c:pt idx="968">
                  <c:v>14.5</c:v>
                </c:pt>
                <c:pt idx="969">
                  <c:v>0.6</c:v>
                </c:pt>
                <c:pt idx="970">
                  <c:v>3.78</c:v>
                </c:pt>
                <c:pt idx="971">
                  <c:v>3.4</c:v>
                </c:pt>
                <c:pt idx="972">
                  <c:v>41.2</c:v>
                </c:pt>
                <c:pt idx="973">
                  <c:v>15.5</c:v>
                </c:pt>
                <c:pt idx="974">
                  <c:v>7.3</c:v>
                </c:pt>
                <c:pt idx="975">
                  <c:v>3.7</c:v>
                </c:pt>
                <c:pt idx="976">
                  <c:v>12.8</c:v>
                </c:pt>
                <c:pt idx="977">
                  <c:v>1.65</c:v>
                </c:pt>
                <c:pt idx="978">
                  <c:v>8.2</c:v>
                </c:pt>
                <c:pt idx="979">
                  <c:v>19.5</c:v>
                </c:pt>
                <c:pt idx="980">
                  <c:v>12.4</c:v>
                </c:pt>
                <c:pt idx="981">
                  <c:v>2.7</c:v>
                </c:pt>
                <c:pt idx="982">
                  <c:v>13.3</c:v>
                </c:pt>
                <c:pt idx="983">
                  <c:v>1.1</c:v>
                </c:pt>
                <c:pt idx="984">
                  <c:v>6.499999</c:v>
                </c:pt>
                <c:pt idx="985">
                  <c:v>1.3</c:v>
                </c:pt>
                <c:pt idx="986">
                  <c:v>7.5</c:v>
                </c:pt>
                <c:pt idx="987">
                  <c:v>1.3</c:v>
                </c:pt>
                <c:pt idx="988">
                  <c:v>6.15</c:v>
                </c:pt>
                <c:pt idx="989">
                  <c:v>12.49</c:v>
                </c:pt>
                <c:pt idx="990">
                  <c:v>3.8</c:v>
                </c:pt>
                <c:pt idx="991">
                  <c:v>4.7</c:v>
                </c:pt>
                <c:pt idx="992">
                  <c:v>11.5</c:v>
                </c:pt>
                <c:pt idx="993">
                  <c:v>3.5</c:v>
                </c:pt>
                <c:pt idx="994">
                  <c:v>8.45</c:v>
                </c:pt>
                <c:pt idx="995">
                  <c:v>2.5</c:v>
                </c:pt>
                <c:pt idx="996">
                  <c:v>2.7</c:v>
                </c:pt>
                <c:pt idx="997">
                  <c:v>11</c:v>
                </c:pt>
                <c:pt idx="998">
                  <c:v>4.95</c:v>
                </c:pt>
                <c:pt idx="999">
                  <c:v>11</c:v>
                </c:pt>
                <c:pt idx="1000">
                  <c:v>8.29</c:v>
                </c:pt>
                <c:pt idx="1001">
                  <c:v>22</c:v>
                </c:pt>
                <c:pt idx="1002">
                  <c:v>19.89</c:v>
                </c:pt>
                <c:pt idx="1003">
                  <c:v>7.5</c:v>
                </c:pt>
                <c:pt idx="1004">
                  <c:v>19</c:v>
                </c:pt>
                <c:pt idx="1005">
                  <c:v>9.8</c:v>
                </c:pt>
                <c:pt idx="1006">
                  <c:v>23</c:v>
                </c:pt>
                <c:pt idx="1007">
                  <c:v>5.23</c:v>
                </c:pt>
                <c:pt idx="1008">
                  <c:v>19.5</c:v>
                </c:pt>
                <c:pt idx="1009">
                  <c:v>6</c:v>
                </c:pt>
                <c:pt idx="1010">
                  <c:v>9.85</c:v>
                </c:pt>
                <c:pt idx="1011">
                  <c:v>12.6</c:v>
                </c:pt>
                <c:pt idx="1012">
                  <c:v>5</c:v>
                </c:pt>
                <c:pt idx="1013">
                  <c:v>2.55</c:v>
                </c:pt>
                <c:pt idx="1014">
                  <c:v>99.5</c:v>
                </c:pt>
                <c:pt idx="1015">
                  <c:v>1.9</c:v>
                </c:pt>
                <c:pt idx="1016">
                  <c:v>14.25</c:v>
                </c:pt>
                <c:pt idx="1017">
                  <c:v>3.5</c:v>
                </c:pt>
                <c:pt idx="1018">
                  <c:v>4.5</c:v>
                </c:pt>
                <c:pt idx="1019">
                  <c:v>2.9</c:v>
                </c:pt>
                <c:pt idx="1020">
                  <c:v>1.45</c:v>
                </c:pt>
                <c:pt idx="1021">
                  <c:v>14.35</c:v>
                </c:pt>
                <c:pt idx="1022">
                  <c:v>2.65</c:v>
                </c:pt>
                <c:pt idx="1023">
                  <c:v>2.19</c:v>
                </c:pt>
                <c:pt idx="1024">
                  <c:v>14.8</c:v>
                </c:pt>
                <c:pt idx="1025">
                  <c:v>1.9</c:v>
                </c:pt>
                <c:pt idx="1026">
                  <c:v>4.4</c:v>
                </c:pt>
                <c:pt idx="1027">
                  <c:v>15.55</c:v>
                </c:pt>
                <c:pt idx="1028">
                  <c:v>13.5</c:v>
                </c:pt>
                <c:pt idx="1029">
                  <c:v>7</c:v>
                </c:pt>
                <c:pt idx="1030">
                  <c:v>15.5</c:v>
                </c:pt>
                <c:pt idx="1031">
                  <c:v>24</c:v>
                </c:pt>
                <c:pt idx="1032">
                  <c:v>1.047857</c:v>
                </c:pt>
                <c:pt idx="1033">
                  <c:v>2.2</c:v>
                </c:pt>
                <c:pt idx="1034">
                  <c:v>29</c:v>
                </c:pt>
                <c:pt idx="1035">
                  <c:v>7.69</c:v>
                </c:pt>
                <c:pt idx="1036">
                  <c:v>16.2</c:v>
                </c:pt>
                <c:pt idx="1037">
                  <c:v>0.85</c:v>
                </c:pt>
                <c:pt idx="1038">
                  <c:v>4.2</c:v>
                </c:pt>
                <c:pt idx="1039">
                  <c:v>8.9</c:v>
                </c:pt>
                <c:pt idx="1040">
                  <c:v>5.471687</c:v>
                </c:pt>
                <c:pt idx="1041">
                  <c:v>7.7</c:v>
                </c:pt>
                <c:pt idx="1042">
                  <c:v>9.4</c:v>
                </c:pt>
                <c:pt idx="1043">
                  <c:v>8.6</c:v>
                </c:pt>
                <c:pt idx="1044">
                  <c:v>8.99</c:v>
                </c:pt>
                <c:pt idx="1045">
                  <c:v>8.2</c:v>
                </c:pt>
                <c:pt idx="1046">
                  <c:v>9</c:v>
                </c:pt>
                <c:pt idx="1047">
                  <c:v>6</c:v>
                </c:pt>
                <c:pt idx="1048">
                  <c:v>3.3</c:v>
                </c:pt>
                <c:pt idx="1049">
                  <c:v>4.8</c:v>
                </c:pt>
                <c:pt idx="1050">
                  <c:v>8.5</c:v>
                </c:pt>
                <c:pt idx="1051">
                  <c:v>53</c:v>
                </c:pt>
                <c:pt idx="1052">
                  <c:v>14.5</c:v>
                </c:pt>
                <c:pt idx="1053">
                  <c:v>12.5</c:v>
                </c:pt>
                <c:pt idx="1054">
                  <c:v>7.2</c:v>
                </c:pt>
                <c:pt idx="1055">
                  <c:v>2.4</c:v>
                </c:pt>
                <c:pt idx="1056">
                  <c:v>2</c:v>
                </c:pt>
                <c:pt idx="1057">
                  <c:v>2.2</c:v>
                </c:pt>
                <c:pt idx="1058">
                  <c:v>7.45</c:v>
                </c:pt>
                <c:pt idx="1059">
                  <c:v>49.1</c:v>
                </c:pt>
                <c:pt idx="1060">
                  <c:v>2.2</c:v>
                </c:pt>
                <c:pt idx="1061">
                  <c:v>16.6</c:v>
                </c:pt>
                <c:pt idx="1062">
                  <c:v>10.6</c:v>
                </c:pt>
                <c:pt idx="1063">
                  <c:v>4.7</c:v>
                </c:pt>
                <c:pt idx="1064">
                  <c:v>8.6</c:v>
                </c:pt>
                <c:pt idx="1065">
                  <c:v>4</c:v>
                </c:pt>
                <c:pt idx="1066">
                  <c:v>5.3</c:v>
                </c:pt>
                <c:pt idx="1067">
                  <c:v>2.3</c:v>
                </c:pt>
                <c:pt idx="1068">
                  <c:v>7.2</c:v>
                </c:pt>
                <c:pt idx="1069">
                  <c:v>8.99</c:v>
                </c:pt>
                <c:pt idx="1070">
                  <c:v>5.5</c:v>
                </c:pt>
                <c:pt idx="1071">
                  <c:v>8.5</c:v>
                </c:pt>
                <c:pt idx="1072">
                  <c:v>6.4</c:v>
                </c:pt>
                <c:pt idx="1073">
                  <c:v>17.5</c:v>
                </c:pt>
                <c:pt idx="1074">
                  <c:v>5</c:v>
                </c:pt>
                <c:pt idx="1075">
                  <c:v>3.2</c:v>
                </c:pt>
                <c:pt idx="1076">
                  <c:v>9</c:v>
                </c:pt>
                <c:pt idx="1077">
                  <c:v>12.49</c:v>
                </c:pt>
                <c:pt idx="1078">
                  <c:v>23.3</c:v>
                </c:pt>
                <c:pt idx="1079">
                  <c:v>11</c:v>
                </c:pt>
                <c:pt idx="1080">
                  <c:v>15.8</c:v>
                </c:pt>
                <c:pt idx="1081">
                  <c:v>8.2</c:v>
                </c:pt>
                <c:pt idx="1082">
                  <c:v>3</c:v>
                </c:pt>
                <c:pt idx="1083">
                  <c:v>5.8</c:v>
                </c:pt>
                <c:pt idx="1084">
                  <c:v>2.5</c:v>
                </c:pt>
                <c:pt idx="1085">
                  <c:v>2.55</c:v>
                </c:pt>
                <c:pt idx="1086">
                  <c:v>5.5</c:v>
                </c:pt>
                <c:pt idx="1087">
                  <c:v>7.3</c:v>
                </c:pt>
                <c:pt idx="1088">
                  <c:v>36</c:v>
                </c:pt>
                <c:pt idx="1089">
                  <c:v>12</c:v>
                </c:pt>
                <c:pt idx="1090">
                  <c:v>25</c:v>
                </c:pt>
                <c:pt idx="1091">
                  <c:v>3.8</c:v>
                </c:pt>
                <c:pt idx="1092">
                  <c:v>1.7</c:v>
                </c:pt>
                <c:pt idx="1093">
                  <c:v>3.3</c:v>
                </c:pt>
                <c:pt idx="1094">
                  <c:v>3.99</c:v>
                </c:pt>
                <c:pt idx="1095">
                  <c:v>11</c:v>
                </c:pt>
                <c:pt idx="1096">
                  <c:v>2</c:v>
                </c:pt>
                <c:pt idx="1097">
                  <c:v>70</c:v>
                </c:pt>
                <c:pt idx="1098">
                  <c:v>8.5</c:v>
                </c:pt>
                <c:pt idx="1099">
                  <c:v>5</c:v>
                </c:pt>
                <c:pt idx="1100">
                  <c:v>0.65</c:v>
                </c:pt>
                <c:pt idx="1101">
                  <c:v>8.1</c:v>
                </c:pt>
                <c:pt idx="1102">
                  <c:v>9.6</c:v>
                </c:pt>
                <c:pt idx="1103">
                  <c:v>5.5</c:v>
                </c:pt>
                <c:pt idx="1104">
                  <c:v>7.2</c:v>
                </c:pt>
                <c:pt idx="1105">
                  <c:v>16</c:v>
                </c:pt>
                <c:pt idx="1106">
                  <c:v>3.333333</c:v>
                </c:pt>
                <c:pt idx="1107">
                  <c:v>0.83</c:v>
                </c:pt>
                <c:pt idx="1108">
                  <c:v>9.3</c:v>
                </c:pt>
                <c:pt idx="1109">
                  <c:v>14.5</c:v>
                </c:pt>
                <c:pt idx="1110">
                  <c:v>1.45</c:v>
                </c:pt>
                <c:pt idx="1111">
                  <c:v>12.29</c:v>
                </c:pt>
                <c:pt idx="1112">
                  <c:v>7.9</c:v>
                </c:pt>
                <c:pt idx="1113">
                  <c:v>2.1</c:v>
                </c:pt>
                <c:pt idx="1114">
                  <c:v>6</c:v>
                </c:pt>
                <c:pt idx="1115">
                  <c:v>9.8</c:v>
                </c:pt>
                <c:pt idx="1116">
                  <c:v>0.7</c:v>
                </c:pt>
                <c:pt idx="1117">
                  <c:v>12.6</c:v>
                </c:pt>
                <c:pt idx="1118">
                  <c:v>2.85</c:v>
                </c:pt>
                <c:pt idx="1119">
                  <c:v>2.2</c:v>
                </c:pt>
                <c:pt idx="1120">
                  <c:v>2.1</c:v>
                </c:pt>
                <c:pt idx="1121">
                  <c:v>1.5</c:v>
                </c:pt>
                <c:pt idx="1122">
                  <c:v>17.5</c:v>
                </c:pt>
                <c:pt idx="1123">
                  <c:v>13.1</c:v>
                </c:pt>
                <c:pt idx="1124">
                  <c:v>2</c:v>
                </c:pt>
                <c:pt idx="1125">
                  <c:v>6.3</c:v>
                </c:pt>
                <c:pt idx="1126">
                  <c:v>14.8</c:v>
                </c:pt>
                <c:pt idx="1127">
                  <c:v>20.3</c:v>
                </c:pt>
                <c:pt idx="1128">
                  <c:v>6.499999</c:v>
                </c:pt>
                <c:pt idx="1129">
                  <c:v>12.2</c:v>
                </c:pt>
                <c:pt idx="1130">
                  <c:v>3.2</c:v>
                </c:pt>
                <c:pt idx="1131">
                  <c:v>4.3</c:v>
                </c:pt>
                <c:pt idx="1132">
                  <c:v>5.8</c:v>
                </c:pt>
                <c:pt idx="1133">
                  <c:v>9.5</c:v>
                </c:pt>
                <c:pt idx="1134">
                  <c:v>19.3</c:v>
                </c:pt>
                <c:pt idx="1135">
                  <c:v>1.55</c:v>
                </c:pt>
                <c:pt idx="1136">
                  <c:v>10</c:v>
                </c:pt>
                <c:pt idx="1137">
                  <c:v>3.3</c:v>
                </c:pt>
                <c:pt idx="1138">
                  <c:v>6.8</c:v>
                </c:pt>
                <c:pt idx="1139">
                  <c:v>4.3</c:v>
                </c:pt>
                <c:pt idx="1140">
                  <c:v>2.1</c:v>
                </c:pt>
                <c:pt idx="1141">
                  <c:v>6.9</c:v>
                </c:pt>
                <c:pt idx="1142">
                  <c:v>12.3</c:v>
                </c:pt>
                <c:pt idx="1143">
                  <c:v>21</c:v>
                </c:pt>
                <c:pt idx="1144">
                  <c:v>1.85</c:v>
                </c:pt>
                <c:pt idx="1145">
                  <c:v>12.7</c:v>
                </c:pt>
                <c:pt idx="1146">
                  <c:v>6.6</c:v>
                </c:pt>
                <c:pt idx="1147">
                  <c:v>5.15</c:v>
                </c:pt>
                <c:pt idx="1148">
                  <c:v>8</c:v>
                </c:pt>
                <c:pt idx="1149">
                  <c:v>4.9</c:v>
                </c:pt>
                <c:pt idx="1150">
                  <c:v>10.5</c:v>
                </c:pt>
                <c:pt idx="1151">
                  <c:v>14.9</c:v>
                </c:pt>
                <c:pt idx="1152">
                  <c:v>2.68</c:v>
                </c:pt>
                <c:pt idx="1153">
                  <c:v>11</c:v>
                </c:pt>
                <c:pt idx="1154">
                  <c:v>5.1</c:v>
                </c:pt>
                <c:pt idx="1155">
                  <c:v>5.2</c:v>
                </c:pt>
                <c:pt idx="1156">
                  <c:v>16.5</c:v>
                </c:pt>
                <c:pt idx="1157">
                  <c:v>6.14</c:v>
                </c:pt>
                <c:pt idx="1158">
                  <c:v>40</c:v>
                </c:pt>
                <c:pt idx="1159">
                  <c:v>5.5</c:v>
                </c:pt>
                <c:pt idx="1160">
                  <c:v>4.5</c:v>
                </c:pt>
                <c:pt idx="1161">
                  <c:v>5.9</c:v>
                </c:pt>
                <c:pt idx="1162">
                  <c:v>10.5</c:v>
                </c:pt>
                <c:pt idx="1163">
                  <c:v>6.8</c:v>
                </c:pt>
                <c:pt idx="1164">
                  <c:v>2.1</c:v>
                </c:pt>
                <c:pt idx="1165">
                  <c:v>8.1</c:v>
                </c:pt>
                <c:pt idx="1166">
                  <c:v>12.5</c:v>
                </c:pt>
                <c:pt idx="1167">
                  <c:v>76.6</c:v>
                </c:pt>
                <c:pt idx="1168">
                  <c:v>1.3</c:v>
                </c:pt>
                <c:pt idx="1169">
                  <c:v>2</c:v>
                </c:pt>
                <c:pt idx="1170">
                  <c:v>3</c:v>
                </c:pt>
                <c:pt idx="1171">
                  <c:v>6.8</c:v>
                </c:pt>
                <c:pt idx="1172">
                  <c:v>13</c:v>
                </c:pt>
                <c:pt idx="1173">
                  <c:v>0.8</c:v>
                </c:pt>
                <c:pt idx="1174">
                  <c:v>4.2</c:v>
                </c:pt>
                <c:pt idx="1175">
                  <c:v>6.3</c:v>
                </c:pt>
                <c:pt idx="1176">
                  <c:v>0.85</c:v>
                </c:pt>
                <c:pt idx="1177">
                  <c:v>4.5</c:v>
                </c:pt>
                <c:pt idx="1178">
                  <c:v>8.7</c:v>
                </c:pt>
                <c:pt idx="1179">
                  <c:v>33</c:v>
                </c:pt>
                <c:pt idx="1180">
                  <c:v>4.8</c:v>
                </c:pt>
                <c:pt idx="1181">
                  <c:v>4.95</c:v>
                </c:pt>
                <c:pt idx="1182">
                  <c:v>4</c:v>
                </c:pt>
                <c:pt idx="1183">
                  <c:v>4.5</c:v>
                </c:pt>
                <c:pt idx="1184">
                  <c:v>10.5</c:v>
                </c:pt>
                <c:pt idx="1185">
                  <c:v>6.2</c:v>
                </c:pt>
                <c:pt idx="1186">
                  <c:v>5.8</c:v>
                </c:pt>
                <c:pt idx="1187">
                  <c:v>6.2</c:v>
                </c:pt>
                <c:pt idx="1188">
                  <c:v>14.5</c:v>
                </c:pt>
                <c:pt idx="1189">
                  <c:v>5.5</c:v>
                </c:pt>
                <c:pt idx="1190">
                  <c:v>14.5</c:v>
                </c:pt>
                <c:pt idx="1191">
                  <c:v>10.5</c:v>
                </c:pt>
                <c:pt idx="1192">
                  <c:v>11</c:v>
                </c:pt>
                <c:pt idx="1193">
                  <c:v>9.999</c:v>
                </c:pt>
                <c:pt idx="1194">
                  <c:v>4.5</c:v>
                </c:pt>
                <c:pt idx="1195">
                  <c:v>7.94</c:v>
                </c:pt>
                <c:pt idx="1196">
                  <c:v>10</c:v>
                </c:pt>
                <c:pt idx="1197">
                  <c:v>4.95</c:v>
                </c:pt>
                <c:pt idx="1198">
                  <c:v>1.87</c:v>
                </c:pt>
                <c:pt idx="1199">
                  <c:v>3.7</c:v>
                </c:pt>
              </c:numCache>
            </c:numRef>
          </c:yVal>
        </c:ser>
        <c:axId val="100"/>
        <c:axId val="200"/>
      </c:scatterChart>
      <c:valAx>
        <c:axId val="100"/>
        <c:scaling>
          <c:orientation val="minMax"/>
          <c:max val="1100"/>
          <c:min val="0"/>
        </c:scaling>
        <c:delete val="0"/>
        <c:axPos val="b"/>
        <c:numFmt formatCode="0" sourceLinked="0"/>
        <c:majorTickMark val="none"/>
        <c:minorTickMark val="none"/>
        <c:tickLblPos val="nextTo"/>
        <c:spPr>
          <a:ln w="6668">
            <a:solidFill>
              <a:srgbClr val="D7E2DA"/>
            </a:solidFill>
            <a:prstDash val="solid"/>
          </a:ln>
        </c:spPr>
        <c:txPr>
          <a:bodyPr/>
          <a:lstStyle/>
          <a:p>
            <a:pPr algn="l" marL="0" indent="0">
              <a:lnSpc>
                <a:spcPct val="110000"/>
              </a:lnSpc>
              <a:buNone/>
              <a:defRPr lang="en-US" sz="1350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350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/>
            </a:r>
            <a:endParaRPr lang="en-US" sz="1350"/>
          </a:p>
        </c:txPr>
        <c:crossAx val="200"/>
        <c:crosses val="autoZero"/>
      </c:valAx>
      <c:valAx>
        <c:axId val="200"/>
        <c:scaling>
          <c:orientation val="minMax"/>
          <c:max val="170"/>
          <c:min val="0"/>
        </c:scaling>
        <c:delete val="0"/>
        <c:axPos val="l"/>
        <c:majorGridlines>
          <c:spPr>
            <a:ln w="5715">
              <a:solidFill>
                <a:srgbClr val="D7E2DA"/>
              </a:solidFill>
              <a:prstDash val="solid"/>
            </a:ln>
          </c:spPr>
        </c:majorGridlines>
        <c:numFmt formatCode="0" sourceLinked="0"/>
        <c:majorTickMark val="none"/>
        <c:minorTickMark val="none"/>
        <c:tickLblPos val="nextTo"/>
        <c:spPr>
          <a:ln w="6668">
            <a:solidFill>
              <a:srgbClr val="D7E2DA"/>
            </a:solidFill>
            <a:prstDash val="solid"/>
          </a:ln>
        </c:spPr>
        <c:txPr>
          <a:bodyPr/>
          <a:lstStyle/>
          <a:p>
            <a:pPr algn="l" marL="0" indent="0">
              <a:lnSpc>
                <a:spcPct val="110000"/>
              </a:lnSpc>
              <a:buNone/>
              <a:defRPr lang="en-US" sz="1350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350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/>
            </a:r>
            <a:endParaRPr lang="en-US" sz="1350"/>
          </a:p>
        </c:txPr>
        <c:crossAx val="100"/>
        <c:crosses val="autoZero"/>
      </c:valAx>
    </c:plotArea>
    <c:plotVisOnly val="1"/>
    <c:dispBlanksAs val="gap"/>
  </c:chart>
  <c:spPr>
    <a:noFill/>
    <a:ln>
      <a:noFill/>
    </a:ln>
  </c:spPr>
  <c:txPr>
    <a:bodyPr/>
    <a:lstStyle/>
    <a:p>
      <a:pPr algn="l" marL="0" indent="0">
        <a:lnSpc>
          <a:spcPct val="110000"/>
        </a:lnSpc>
        <a:buNone/>
        <a:defRPr lang="en-US" sz="1500" b="0">
          <a:solidFill>
            <a:srgbClr val="173A34"/>
          </a:solidFill>
          <a:latin typeface="Helvetica Neue"/>
          <a:ea typeface="Helvetica Neue"/>
          <a:cs typeface="Helvetica Neue"/>
        </a:defRPr>
      </a:pPr>
      <a:r>
        <a:rPr lang="en-US" sz="1500" b="0">
          <a:solidFill>
            <a:srgbClr val="173A34"/>
          </a:solidFill>
          <a:latin typeface="Helvetica Neue"/>
          <a:ea typeface="Helvetica Neue"/>
          <a:cs typeface="Helvetica Neue"/>
        </a:rPr>
        <a:t xml:space="preserve"/>
      </a:r>
      <a:endParaRPr lang="en-US" sz="1500"/>
    </a:p>
  </c:txPr>
  <c:externalData r:id="rWorkbook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pPr algn="l" marL="0" indent="0">
              <a:lnSpc>
                <a:spcPct val="110000"/>
              </a:lnSpc>
              <a:buNone/>
              <a:defRPr lang="en-US" sz="1800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00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Median asking price by fuel</a:t>
            </a:r>
            <a:endParaRPr lang="en-US" sz="1800"/>
          </a:p>
        </c:rich>
      </c:tx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v>Median asking price by fuel</c:v>
          </c:tx>
          <c:spPr>
            <a:solidFill>
              <a:srgbClr val="277C64"/>
            </a:solidFill>
            <a:ln>
              <a:noFill/>
            </a:ln>
          </c:spPr>
          <c:dPt>
            <c:idx val="0"/>
            <c:spPr>
              <a:solidFill>
                <a:srgbClr val="739D88"/>
              </a:solidFill>
              <a:ln>
                <a:noFill/>
              </a:ln>
            </c:spPr>
          </c:dPt>
          <c:dPt>
            <c:idx val="1"/>
            <c:spPr>
              <a:solidFill>
                <a:srgbClr val="739D88"/>
              </a:solidFill>
              <a:ln>
                <a:noFill/>
              </a:ln>
            </c:spPr>
          </c:dPt>
          <c:dPt>
            <c:idx val="2"/>
            <c:spPr>
              <a:solidFill>
                <a:srgbClr val="739D88"/>
              </a:solidFill>
              <a:ln>
                <a:noFill/>
              </a:ln>
            </c:spPr>
          </c:dPt>
          <c:dPt>
            <c:idx val="3"/>
            <c:spPr>
              <a:solidFill>
                <a:srgbClr val="277C64"/>
              </a:solidFill>
              <a:ln>
                <a:noFill/>
              </a:ln>
            </c:spPr>
          </c:dPt>
          <c:cat>
            <c:strRef>
              <c:f>'Chart Data'!$A$2:$A$5</c:f>
              <c:strCache>
                <c:ptCount val="4"/>
                <c:pt idx="0">
                  <c:v>Petrol</c:v>
                </c:pt>
                <c:pt idx="1">
                  <c:v>Diesel</c:v>
                </c:pt>
                <c:pt idx="2">
                  <c:v>Gas</c:v>
                </c:pt>
                <c:pt idx="3">
                  <c:v>Hybrid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6.5</c:v>
                </c:pt>
                <c:pt idx="1">
                  <c:v>5.7</c:v>
                </c:pt>
                <c:pt idx="2">
                  <c:v>8.275</c:v>
                </c:pt>
                <c:pt idx="3">
                  <c:v>19</c:v>
                </c:pt>
              </c:numCache>
            </c:numRef>
          </c:val>
        </c:ser>
        <c:dLbls>
          <c:txPr>
            <a:bodyPr/>
            <a:lstStyle/>
            <a:p>
              <a:pPr algn="l" marL="0" indent="0">
                <a:lnSpc>
                  <a:spcPct val="110000"/>
                </a:lnSpc>
                <a:buNone/>
                <a:defRPr lang="en-US" sz="1725" b="0">
                  <a:solidFill>
                    <a:srgbClr val="173A34"/>
                  </a:solidFill>
                  <a:latin typeface="Helvetica Neue"/>
                  <a:ea typeface="Helvetica Neue"/>
                  <a:cs typeface="Helvetica Neue"/>
                </a:defRPr>
              </a:pPr>
              <a:r>
                <a:rPr lang="en-US" sz="1725" b="0">
                  <a:solidFill>
                    <a:srgbClr val="173A34"/>
                  </a:solidFill>
                  <a:latin typeface="Helvetica Neue"/>
                  <a:ea typeface="Helvetica Neue"/>
                  <a:cs typeface="Helvetica Neue"/>
                </a:rPr>
                <a:t xml:space="preserve"/>
              </a:r>
              <a:endParaRPr lang="en-US" sz="1725"/>
            </a:p>
          </c:txPr>
          <c:dLblPos val="outEnd"/>
          <c:showLegendKey val="0"/>
          <c:showVal val="1"/>
          <c:showCatName val="0"/>
          <c:showSerName val="0"/>
          <c:numFmt formatCode="0.00" sourceLinked="0"/>
        </c:dLbls>
        <c:gapWidth val="95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6668">
            <a:solidFill>
              <a:srgbClr val="D7E2DA"/>
            </a:solidFill>
            <a:prstDash val="solid"/>
          </a:ln>
        </c:spPr>
        <c:txPr>
          <a:bodyPr/>
          <a:lstStyle/>
          <a:p>
            <a:pPr algn="l" marL="0" indent="0">
              <a:lnSpc>
                <a:spcPct val="110000"/>
              </a:lnSpc>
              <a:buNone/>
              <a:defRPr lang="en-US" sz="1350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350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/>
            </a:r>
            <a:endParaRPr lang="en-US" sz="1350"/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  <c:max val="23"/>
          <c:min val="0"/>
        </c:scaling>
        <c:delete val="0"/>
        <c:axPos val="l"/>
        <c:majorGridlines>
          <c:spPr>
            <a:ln w="5715">
              <a:solidFill>
                <a:srgbClr val="D7E2DA"/>
              </a:solidFill>
              <a:prstDash val="solid"/>
            </a:ln>
          </c:spPr>
        </c:majorGridlines>
        <c:numFmt formatCode="0" sourceLinked="0"/>
        <c:majorTickMark val="none"/>
        <c:minorTickMark val="none"/>
        <c:tickLblPos val="nextTo"/>
        <c:spPr>
          <a:ln w="6668">
            <a:solidFill>
              <a:srgbClr val="D7E2DA"/>
            </a:solidFill>
            <a:prstDash val="solid"/>
          </a:ln>
        </c:spPr>
        <c:txPr>
          <a:bodyPr/>
          <a:lstStyle/>
          <a:p>
            <a:pPr algn="l" marL="0" indent="0">
              <a:lnSpc>
                <a:spcPct val="110000"/>
              </a:lnSpc>
              <a:buNone/>
              <a:defRPr lang="en-US" sz="1350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350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/>
            </a:r>
            <a:endParaRPr lang="en-US" sz="1350"/>
          </a:p>
        </c:txPr>
        <c:crossAx val="100"/>
        <c:crosses val="autoZero"/>
        <c:crossBetween val="between"/>
      </c:valAx>
    </c:plotArea>
    <c:plotVisOnly val="1"/>
    <c:dispBlanksAs val="gap"/>
  </c:chart>
  <c:spPr>
    <a:noFill/>
    <a:ln>
      <a:noFill/>
    </a:ln>
  </c:spPr>
  <c:txPr>
    <a:bodyPr/>
    <a:lstStyle/>
    <a:p>
      <a:pPr algn="l" marL="0" indent="0">
        <a:lnSpc>
          <a:spcPct val="110000"/>
        </a:lnSpc>
        <a:buNone/>
        <a:defRPr lang="en-US" sz="1500" b="0">
          <a:solidFill>
            <a:srgbClr val="173A34"/>
          </a:solidFill>
          <a:latin typeface="Helvetica Neue"/>
          <a:ea typeface="Helvetica Neue"/>
          <a:cs typeface="Helvetica Neue"/>
        </a:defRPr>
      </a:pPr>
      <a:r>
        <a:rPr lang="en-US" sz="1500" b="0">
          <a:solidFill>
            <a:srgbClr val="173A34"/>
          </a:solidFill>
          <a:latin typeface="Helvetica Neue"/>
          <a:ea typeface="Helvetica Neue"/>
          <a:cs typeface="Helvetica Neue"/>
        </a:rPr>
        <a:t xml:space="preserve"/>
      </a:r>
      <a:endParaRPr lang="en-US" sz="1500"/>
    </a:p>
  </c:txPr>
  <c:externalData r:id="rWorkbook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pPr algn="l" marL="0" indent="0">
              <a:lnSpc>
                <a:spcPct val="110000"/>
              </a:lnSpc>
              <a:buNone/>
              <a:defRPr lang="en-US" sz="1800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00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Validation MAE, million KZT</a:t>
            </a:r>
            <a:endParaRPr lang="en-US" sz="1800"/>
          </a:p>
        </c:rich>
      </c:tx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v>Validation MAE, million KZT</c:v>
          </c:tx>
          <c:spPr>
            <a:solidFill>
              <a:srgbClr val="277C64"/>
            </a:solidFill>
            <a:ln>
              <a:noFill/>
            </a:ln>
          </c:spPr>
          <c:dPt>
            <c:idx val="0"/>
            <c:spPr>
              <a:solidFill>
                <a:srgbClr val="ABC0B3"/>
              </a:solidFill>
              <a:ln>
                <a:noFill/>
              </a:ln>
            </c:spPr>
          </c:dPt>
          <c:dPt>
            <c:idx val="1"/>
            <c:spPr>
              <a:solidFill>
                <a:srgbClr val="85A795"/>
              </a:solidFill>
              <a:ln>
                <a:noFill/>
              </a:ln>
            </c:spPr>
          </c:dPt>
          <c:dPt>
            <c:idx val="2"/>
            <c:spPr>
              <a:solidFill>
                <a:srgbClr val="85A795"/>
              </a:solidFill>
              <a:ln>
                <a:noFill/>
              </a:ln>
            </c:spPr>
          </c:dPt>
          <c:dPt>
            <c:idx val="3"/>
            <c:spPr>
              <a:solidFill>
                <a:srgbClr val="277C64"/>
              </a:solidFill>
              <a:ln>
                <a:noFill/>
              </a:ln>
            </c:spPr>
          </c:dPt>
          <c:cat>
            <c:strRef>
              <c:f>'Chart Data'!$A$2:$A$5</c:f>
              <c:strCache>
                <c:ptCount val="4"/>
                <c:pt idx="0">
                  <c:v>Median</c:v>
                </c:pt>
                <c:pt idx="1">
                  <c:v>Linear</c:v>
                </c:pt>
                <c:pt idx="2">
                  <c:v>Tree</c:v>
                </c:pt>
                <c:pt idx="3">
                  <c:v>KNN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6.496552477806789</c:v>
                </c:pt>
                <c:pt idx="1">
                  <c:v>4.647022207840401</c:v>
                </c:pt>
                <c:pt idx="2">
                  <c:v>3.4364001376930435</c:v>
                </c:pt>
                <c:pt idx="3">
                  <c:v>3.180760027377207</c:v>
                </c:pt>
              </c:numCache>
            </c:numRef>
          </c:val>
        </c:ser>
        <c:dLbls>
          <c:txPr>
            <a:bodyPr/>
            <a:lstStyle/>
            <a:p>
              <a:pPr algn="l" marL="0" indent="0">
                <a:lnSpc>
                  <a:spcPct val="110000"/>
                </a:lnSpc>
                <a:buNone/>
                <a:defRPr lang="en-US" sz="1725" b="0">
                  <a:solidFill>
                    <a:srgbClr val="173A34"/>
                  </a:solidFill>
                  <a:latin typeface="Helvetica Neue"/>
                  <a:ea typeface="Helvetica Neue"/>
                  <a:cs typeface="Helvetica Neue"/>
                </a:defRPr>
              </a:pPr>
              <a:r>
                <a:rPr lang="en-US" sz="1725" b="0">
                  <a:solidFill>
                    <a:srgbClr val="173A34"/>
                  </a:solidFill>
                  <a:latin typeface="Helvetica Neue"/>
                  <a:ea typeface="Helvetica Neue"/>
                  <a:cs typeface="Helvetica Neue"/>
                </a:rPr>
                <a:t xml:space="preserve"/>
              </a:r>
              <a:endParaRPr lang="en-US" sz="1725"/>
            </a:p>
          </c:txPr>
          <c:dLblPos val="outEnd"/>
          <c:showLegendKey val="0"/>
          <c:showVal val="1"/>
          <c:showCatName val="0"/>
          <c:showSerName val="0"/>
          <c:numFmt formatCode="0.00" sourceLinked="0"/>
        </c:dLbls>
        <c:gapWidth val="95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6668">
            <a:solidFill>
              <a:srgbClr val="D7E2DA"/>
            </a:solidFill>
            <a:prstDash val="solid"/>
          </a:ln>
        </c:spPr>
        <c:txPr>
          <a:bodyPr/>
          <a:lstStyle/>
          <a:p>
            <a:pPr algn="l" marL="0" indent="0">
              <a:lnSpc>
                <a:spcPct val="110000"/>
              </a:lnSpc>
              <a:buNone/>
              <a:defRPr lang="en-US" sz="1350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350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/>
            </a:r>
            <a:endParaRPr lang="en-US" sz="1350"/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  <c:max val="7.5"/>
          <c:min val="0"/>
        </c:scaling>
        <c:delete val="1"/>
        <c:axPos val="l"/>
        <c:numFmt formatCode="0" sourceLinked="0"/>
        <c:majorTickMark val="none"/>
        <c:minorTickMark val="none"/>
        <c:tickLblPos val="nextTo"/>
        <c:spPr>
          <a:ln w="6668">
            <a:solidFill>
              <a:srgbClr val="D7E2DA"/>
            </a:solidFill>
            <a:prstDash val="solid"/>
          </a:ln>
        </c:spPr>
        <c:txPr>
          <a:bodyPr/>
          <a:lstStyle/>
          <a:p>
            <a:pPr algn="l" marL="0" indent="0">
              <a:lnSpc>
                <a:spcPct val="110000"/>
              </a:lnSpc>
              <a:buNone/>
              <a:defRPr lang="en-US" sz="1350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350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/>
            </a:r>
            <a:endParaRPr lang="en-US" sz="1350"/>
          </a:p>
        </c:txPr>
        <c:crossAx val="100"/>
        <c:crosses val="autoZero"/>
        <c:crossBetween val="between"/>
      </c:valAx>
    </c:plotArea>
    <c:plotVisOnly val="1"/>
    <c:dispBlanksAs val="gap"/>
  </c:chart>
  <c:spPr>
    <a:noFill/>
    <a:ln>
      <a:noFill/>
    </a:ln>
  </c:spPr>
  <c:txPr>
    <a:bodyPr/>
    <a:lstStyle/>
    <a:p>
      <a:pPr algn="l" marL="0" indent="0">
        <a:lnSpc>
          <a:spcPct val="110000"/>
        </a:lnSpc>
        <a:buNone/>
        <a:defRPr lang="en-US" sz="1500" b="0">
          <a:solidFill>
            <a:srgbClr val="173A34"/>
          </a:solidFill>
          <a:latin typeface="Helvetica Neue"/>
          <a:ea typeface="Helvetica Neue"/>
          <a:cs typeface="Helvetica Neue"/>
        </a:defRPr>
      </a:pPr>
      <a:r>
        <a:rPr lang="en-US" sz="1500" b="0">
          <a:solidFill>
            <a:srgbClr val="173A34"/>
          </a:solidFill>
          <a:latin typeface="Helvetica Neue"/>
          <a:ea typeface="Helvetica Neue"/>
          <a:cs typeface="Helvetica Neue"/>
        </a:rPr>
        <a:t xml:space="preserve"/>
      </a:r>
      <a:endParaRPr lang="en-US" sz="1500"/>
    </a:p>
  </c:txPr>
  <c:externalData r:id="rWorkbook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pPr algn="l" marL="0" indent="0">
              <a:lnSpc>
                <a:spcPct val="110000"/>
              </a:lnSpc>
              <a:buNone/>
              <a:defRPr lang="en-US"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 xml:space="preserve">Test MAE, million KZT</a:t>
            </a:r>
            <a:endParaRPr lang="en-US" sz="1800"/>
          </a:p>
        </c:rich>
      </c:tx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v>Test MAE, million KZT</c:v>
          </c:tx>
          <c:spPr>
            <a:solidFill>
              <a:srgbClr val="BDE5CF"/>
            </a:solidFill>
            <a:ln>
              <a:noFill/>
            </a:ln>
          </c:spPr>
          <c:dPt>
            <c:idx val="0"/>
            <c:spPr>
              <a:solidFill>
                <a:srgbClr val="6B9381"/>
              </a:solidFill>
              <a:ln>
                <a:noFill/>
              </a:ln>
            </c:spPr>
          </c:dPt>
          <c:dPt>
            <c:idx val="1"/>
            <c:spPr>
              <a:solidFill>
                <a:srgbClr val="BDE5CF"/>
              </a:solidFill>
              <a:ln>
                <a:noFill/>
              </a:ln>
            </c:spPr>
          </c:dPt>
          <c:cat>
            <c:strRef>
              <c:f>'Chart Data'!$A$2:$A$3</c:f>
              <c:strCache>
                <c:ptCount val="2"/>
                <c:pt idx="0">
                  <c:v>Median baseline</c:v>
                </c:pt>
                <c:pt idx="1">
                  <c:v>KNN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5.950857558746736</c:v>
                </c:pt>
                <c:pt idx="1">
                  <c:v>2.4447693755302415</c:v>
                </c:pt>
              </c:numCache>
            </c:numRef>
          </c:val>
        </c:ser>
        <c:dLbls>
          <c:txPr>
            <a:bodyPr/>
            <a:lstStyle/>
            <a:p>
              <a:pPr algn="l" marL="0" indent="0">
                <a:lnSpc>
                  <a:spcPct val="110000"/>
                </a:lnSpc>
                <a:buNone/>
                <a:defRPr lang="en-US" sz="1725" b="0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</a:defRPr>
              </a:pPr>
              <a:r>
                <a:rPr lang="en-US" sz="1725" b="0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</a:rPr>
                <a:t xml:space="preserve"/>
              </a:r>
              <a:endParaRPr lang="en-US" sz="1725"/>
            </a:p>
          </c:txPr>
          <c:dLblPos val="outEnd"/>
          <c:showLegendKey val="0"/>
          <c:showVal val="1"/>
          <c:showCatName val="0"/>
          <c:showSerName val="0"/>
          <c:numFmt formatCode="0.00" sourceLinked="0"/>
        </c:dLbls>
        <c:gapWidth val="95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6668">
            <a:solidFill>
              <a:srgbClr val="608E7E"/>
            </a:solidFill>
            <a:prstDash val="solid"/>
          </a:ln>
        </c:spPr>
        <c:txPr>
          <a:bodyPr/>
          <a:lstStyle/>
          <a:p>
            <a:pPr algn="l" marL="0" indent="0">
              <a:lnSpc>
                <a:spcPct val="110000"/>
              </a:lnSpc>
              <a:buNone/>
              <a:defRPr lang="en-US" sz="1350" b="0">
                <a:solidFill>
                  <a:srgbClr val="D8EBDF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350" b="0">
                <a:solidFill>
                  <a:srgbClr val="D8EBDF"/>
                </a:solidFill>
                <a:latin typeface="Helvetica Neue"/>
                <a:ea typeface="Helvetica Neue"/>
                <a:cs typeface="Helvetica Neue"/>
              </a:rPr>
              <a:t xml:space="preserve"/>
            </a:r>
            <a:endParaRPr lang="en-US" sz="1350"/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  <c:max val="7"/>
          <c:min val="0"/>
        </c:scaling>
        <c:delete val="1"/>
        <c:axPos val="l"/>
        <c:numFmt formatCode="0" sourceLinked="0"/>
        <c:majorTickMark val="none"/>
        <c:minorTickMark val="none"/>
        <c:tickLblPos val="nextTo"/>
        <c:spPr>
          <a:ln w="6668">
            <a:solidFill>
              <a:srgbClr val="608E7E"/>
            </a:solidFill>
            <a:prstDash val="solid"/>
          </a:ln>
        </c:spPr>
        <c:txPr>
          <a:bodyPr/>
          <a:lstStyle/>
          <a:p>
            <a:pPr algn="l" marL="0" indent="0">
              <a:lnSpc>
                <a:spcPct val="110000"/>
              </a:lnSpc>
              <a:buNone/>
              <a:defRPr lang="en-US" sz="1350" b="0">
                <a:solidFill>
                  <a:srgbClr val="D8EBDF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350" b="0">
                <a:solidFill>
                  <a:srgbClr val="D8EBDF"/>
                </a:solidFill>
                <a:latin typeface="Helvetica Neue"/>
                <a:ea typeface="Helvetica Neue"/>
                <a:cs typeface="Helvetica Neue"/>
              </a:rPr>
              <a:t xml:space="preserve"/>
            </a:r>
            <a:endParaRPr lang="en-US" sz="1350"/>
          </a:p>
        </c:txPr>
        <c:crossAx val="100"/>
        <c:crosses val="autoZero"/>
        <c:crossBetween val="between"/>
      </c:valAx>
    </c:plotArea>
    <c:plotVisOnly val="1"/>
    <c:dispBlanksAs val="gap"/>
  </c:chart>
  <c:spPr>
    <a:noFill/>
    <a:ln>
      <a:noFill/>
    </a:ln>
  </c:spPr>
  <c:txPr>
    <a:bodyPr/>
    <a:lstStyle/>
    <a:p>
      <a:pPr algn="l" marL="0" indent="0">
        <a:lnSpc>
          <a:spcPct val="110000"/>
        </a:lnSpc>
        <a:buNone/>
        <a:defRPr lang="en-US" sz="1500" b="0">
          <a:solidFill>
            <a:srgbClr val="FFFFFF"/>
          </a:solidFill>
          <a:latin typeface="Helvetica Neue"/>
          <a:ea typeface="Helvetica Neue"/>
          <a:cs typeface="Helvetica Neue"/>
        </a:defRPr>
      </a:pPr>
      <a:r>
        <a:rPr lang="en-US" sz="1500" b="0">
          <a:solidFill>
            <a:srgbClr val="FFFFFF"/>
          </a:solidFill>
          <a:latin typeface="Helvetica Neue"/>
          <a:ea typeface="Helvetica Neue"/>
          <a:cs typeface="Helvetica Neue"/>
        </a:rPr>
        <a:t xml:space="preserve"/>
      </a:r>
      <a:endParaRPr lang="en-US" sz="1500"/>
    </a:p>
  </c:txPr>
  <c:externalData r:id="rWorkbook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pPr algn="l" marL="0" indent="0">
              <a:lnSpc>
                <a:spcPct val="110000"/>
              </a:lnSpc>
              <a:buNone/>
              <a:defRPr lang="en-US" sz="1800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00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Test MAE by training-price band, million KZT</a:t>
            </a:r>
            <a:endParaRPr lang="en-US" sz="1800"/>
          </a:p>
        </c:rich>
      </c:tx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v>Test MAE by training-price band, million KZT</c:v>
          </c:tx>
          <c:spPr>
            <a:solidFill>
              <a:srgbClr val="277C64"/>
            </a:solidFill>
            <a:ln>
              <a:noFill/>
            </a:ln>
          </c:spPr>
          <c:dPt>
            <c:idx val="0"/>
            <c:spPr>
              <a:solidFill>
                <a:srgbClr val="ABC0B3"/>
              </a:solidFill>
              <a:ln>
                <a:noFill/>
              </a:ln>
            </c:spPr>
          </c:dPt>
          <c:dPt>
            <c:idx val="1"/>
            <c:spPr>
              <a:solidFill>
                <a:srgbClr val="85A795"/>
              </a:solidFill>
              <a:ln>
                <a:noFill/>
              </a:ln>
            </c:spPr>
          </c:dPt>
          <c:dPt>
            <c:idx val="2"/>
            <c:spPr>
              <a:solidFill>
                <a:srgbClr val="85A795"/>
              </a:solidFill>
              <a:ln>
                <a:noFill/>
              </a:ln>
            </c:spPr>
          </c:dPt>
          <c:dPt>
            <c:idx val="3"/>
            <c:spPr>
              <a:solidFill>
                <a:srgbClr val="277C64"/>
              </a:solidFill>
              <a:ln>
                <a:noFill/>
              </a:ln>
            </c:spPr>
          </c:dPt>
          <c:cat>
            <c:strRef>
              <c:f>'Chart Data'!$A$2:$A$5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1.1291843935649764</c:v>
                </c:pt>
                <c:pt idx="1">
                  <c:v>1.3558943524423388</c:v>
                </c:pt>
                <c:pt idx="2">
                  <c:v>1.5360362911658805</c:v>
                </c:pt>
                <c:pt idx="3">
                  <c:v>6.436350311584998</c:v>
                </c:pt>
              </c:numCache>
            </c:numRef>
          </c:val>
        </c:ser>
        <c:dLbls>
          <c:txPr>
            <a:bodyPr/>
            <a:lstStyle/>
            <a:p>
              <a:pPr algn="l" marL="0" indent="0">
                <a:lnSpc>
                  <a:spcPct val="110000"/>
                </a:lnSpc>
                <a:buNone/>
                <a:defRPr lang="en-US" sz="1725" b="0">
                  <a:solidFill>
                    <a:srgbClr val="173A34"/>
                  </a:solidFill>
                  <a:latin typeface="Helvetica Neue"/>
                  <a:ea typeface="Helvetica Neue"/>
                  <a:cs typeface="Helvetica Neue"/>
                </a:defRPr>
              </a:pPr>
              <a:r>
                <a:rPr lang="en-US" sz="1725" b="0">
                  <a:solidFill>
                    <a:srgbClr val="173A34"/>
                  </a:solidFill>
                  <a:latin typeface="Helvetica Neue"/>
                  <a:ea typeface="Helvetica Neue"/>
                  <a:cs typeface="Helvetica Neue"/>
                </a:rPr>
                <a:t xml:space="preserve"/>
              </a:r>
              <a:endParaRPr lang="en-US" sz="1725"/>
            </a:p>
          </c:txPr>
          <c:dLblPos val="outEnd"/>
          <c:showLegendKey val="0"/>
          <c:showVal val="1"/>
          <c:showCatName val="0"/>
          <c:showSerName val="0"/>
          <c:numFmt formatCode="0.00" sourceLinked="0"/>
        </c:dLbls>
        <c:gapWidth val="95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6668">
            <a:solidFill>
              <a:srgbClr val="D7E2DA"/>
            </a:solidFill>
            <a:prstDash val="solid"/>
          </a:ln>
        </c:spPr>
        <c:txPr>
          <a:bodyPr/>
          <a:lstStyle/>
          <a:p>
            <a:pPr algn="l" marL="0" indent="0">
              <a:lnSpc>
                <a:spcPct val="110000"/>
              </a:lnSpc>
              <a:buNone/>
              <a:defRPr lang="en-US" sz="1350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350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/>
            </a:r>
            <a:endParaRPr lang="en-US" sz="1350"/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  <c:max val="7.5"/>
          <c:min val="0"/>
        </c:scaling>
        <c:delete val="0"/>
        <c:axPos val="l"/>
        <c:majorGridlines>
          <c:spPr>
            <a:ln w="5715">
              <a:solidFill>
                <a:srgbClr val="D7E2DA"/>
              </a:solidFill>
              <a:prstDash val="solid"/>
            </a:ln>
          </c:spPr>
        </c:majorGridlines>
        <c:numFmt formatCode="0" sourceLinked="0"/>
        <c:majorTickMark val="none"/>
        <c:minorTickMark val="none"/>
        <c:tickLblPos val="nextTo"/>
        <c:spPr>
          <a:ln w="6668">
            <a:solidFill>
              <a:srgbClr val="D7E2DA"/>
            </a:solidFill>
            <a:prstDash val="solid"/>
          </a:ln>
        </c:spPr>
        <c:txPr>
          <a:bodyPr/>
          <a:lstStyle/>
          <a:p>
            <a:pPr algn="l" marL="0" indent="0">
              <a:lnSpc>
                <a:spcPct val="110000"/>
              </a:lnSpc>
              <a:buNone/>
              <a:defRPr lang="en-US" sz="1350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350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/>
            </a:r>
            <a:endParaRPr lang="en-US" sz="1350"/>
          </a:p>
        </c:txPr>
        <c:crossAx val="100"/>
        <c:crosses val="autoZero"/>
        <c:crossBetween val="between"/>
      </c:valAx>
    </c:plotArea>
    <c:plotVisOnly val="1"/>
    <c:dispBlanksAs val="gap"/>
  </c:chart>
  <c:spPr>
    <a:noFill/>
    <a:ln>
      <a:noFill/>
    </a:ln>
  </c:spPr>
  <c:txPr>
    <a:bodyPr/>
    <a:lstStyle/>
    <a:p>
      <a:pPr algn="l" marL="0" indent="0">
        <a:lnSpc>
          <a:spcPct val="110000"/>
        </a:lnSpc>
        <a:buNone/>
        <a:defRPr lang="en-US" sz="1500" b="0">
          <a:solidFill>
            <a:srgbClr val="173A34"/>
          </a:solidFill>
          <a:latin typeface="Helvetica Neue"/>
          <a:ea typeface="Helvetica Neue"/>
          <a:cs typeface="Helvetica Neue"/>
        </a:defRPr>
      </a:pPr>
      <a:r>
        <a:rPr lang="en-US" sz="1500" b="0">
          <a:solidFill>
            <a:srgbClr val="173A34"/>
          </a:solidFill>
          <a:latin typeface="Helvetica Neue"/>
          <a:ea typeface="Helvetica Neue"/>
          <a:cs typeface="Helvetica Neue"/>
        </a:rPr>
        <a:t xml:space="preserve"/>
      </a:r>
      <a:endParaRPr lang="en-US" sz="1500"/>
    </a:p>
  </c:txPr>
  <c:externalData r:id="rWorkbook">
    <c:autoUpdate val="0"/>
  </c:externalData>
</c:chartSpace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2d3443e54e4a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8b777bae22428c" /><Relationship Type="http://schemas.openxmlformats.org/officeDocument/2006/relationships/notesMaster" Target="/ppt/notesMasters/notesMaster1.xml" Id="R5457de6dd9ea4b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a676f822a94b1e" /><Relationship Type="http://schemas.openxmlformats.org/officeDocument/2006/relationships/notesMaster" Target="/ppt/notesMasters/notesMaster1.xml" Id="R49f5d998115e41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4cf02459404999" /><Relationship Type="http://schemas.openxmlformats.org/officeDocument/2006/relationships/notesMaster" Target="/ppt/notesMasters/notesMaster1.xml" Id="Rfbefc4cf196342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254daa50c4421a" /><Relationship Type="http://schemas.openxmlformats.org/officeDocument/2006/relationships/notesMaster" Target="/ppt/notesMasters/notesMaster1.xml" Id="R22ae018f784e45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87c39aa3cb4966" /><Relationship Type="http://schemas.openxmlformats.org/officeDocument/2006/relationships/notesMaster" Target="/ppt/notesMasters/notesMaster1.xml" Id="Rc16b121eaf8443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bfb71bee474949" /><Relationship Type="http://schemas.openxmlformats.org/officeDocument/2006/relationships/notesMaster" Target="/ppt/notesMasters/notesMaster1.xml" Id="R3431c3f3869743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1219f3f1724bc8" /><Relationship Type="http://schemas.openxmlformats.org/officeDocument/2006/relationships/notesMaster" Target="/ppt/notesMasters/notesMaster1.xml" Id="Rd40feed77c024e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57c2b6df1640cd" /><Relationship Type="http://schemas.openxmlformats.org/officeDocument/2006/relationships/notesMaster" Target="/ppt/notesMasters/notesMaster1.xml" Id="Rb4fb4ac8438d45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9267117031446e" /><Relationship Type="http://schemas.openxmlformats.org/officeDocument/2006/relationships/notesMaster" Target="/ppt/notesMasters/notesMaster1.xml" Id="Rffbb9fb3ba4145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f975cd8c5947d3" /><Relationship Type="http://schemas.openxmlformats.org/officeDocument/2006/relationships/notesMaster" Target="/ppt/notesMasters/notesMaster1.xml" Id="Rf9d7bc1316414bc0" 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type="sldImg" idx="0"/>
          </p:nvPr>
        </p:nvSpPr>
        <p:spPr/>
      </p:sp>
      <p:sp>
        <p:nvSpPr>
          <p:cNvPr id="3" name="Speaker notes"/>
          <p:cNvSpPr/>
          <p:nvPr>
            <p:ph type="body" idx="1"/>
          </p:nvPr>
        </p:nvSpPr>
        <p:spPr/>
        <p:txBody>
          <a:bodyPr/>
          <a:lstStyle/>
          <a:p>
            <a:pPr algn="l" marL="0" indent="0">
              <a:lnSpc>
                <a:spcPct val="110000"/>
              </a:lnSpc>
              <a:buNone/>
              <a:def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Алишер. 0:35. Мы оцениваем цену объявления о продаже подержанного автомобиля в Казахстане. Используем данные Kolesa.kz из открытого датасета. Расскажем о подготовке данных, сравнении трёх моделей и проверке результата на отложенной выборке. Обложка содержит студийную иллюстрацию автомобиля, созданную встроенным ImageGen. Она не изображает конкретное объявление датасета.</a:t>
            </a:r>
            <a:endParaRPr lang="en-US" sz="1350"/>
          </a:p>
          <a:p>
            <a:pPr algn="l" marL="0" indent="0">
              <a:lnSpc>
                <a:spcPct val="110000"/>
              </a:lnSpc>
              <a:buNone/>
              <a:def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/>
            </a:r>
            <a:endParaRPr lang="en-US" sz="1350"/>
          </a:p>
          <a:p>
            <a:pPr algn="l" marL="0" indent="0">
              <a:lnSpc>
                <a:spcPct val="110000"/>
              </a:lnSpc>
              <a:buNone/>
              <a:def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Источник данных: Darkhan Mutashev, Kolesa-Cars-2025, Kaggle. https://www.kaggle.com/datasets/mutashevdarkhan/kolesa-cars-2025. Локальный файл kolesa_cars_2025.csv. Числа моделей: results/metrics.json. Дата обновления датасета в документации проекта: 18 декабря 2025. Цены объявлений в KZT, не подтверждённые цены сделок.</a:t>
            </a:r>
            <a:endParaRPr lang="en-US" sz="1350"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type="sldImg" idx="0"/>
          </p:nvPr>
        </p:nvSpPr>
        <p:spPr/>
      </p:sp>
      <p:sp>
        <p:nvSpPr>
          <p:cNvPr id="3" name="Speaker notes"/>
          <p:cNvSpPr/>
          <p:nvPr>
            <p:ph type="body" idx="1"/>
          </p:nvPr>
        </p:nvSpPr>
        <p:spPr/>
        <p:txBody>
          <a:bodyPr/>
          <a:lstStyle/>
          <a:p>
            <a:pPr algn="l" marL="0" indent="0">
              <a:lnSpc>
                <a:spcPct val="110000"/>
              </a:lnSpc>
              <a:buNone/>
              <a:def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Алишер. 0:55. Это регрессия: целевая переменная — price, стоимость объявления в тенге. Используем марку, модель, год выпуска, пробег, объём двигателя, кузов, топливо и коробку передач. Основная метрика MAE выражена в той же валюте, поэтому её легко интерпретировать. Мы сами задали критерий успеха: снизить MAE на тестовой выборке минимум на 20% относительно предсказания медианной цены из обучения. Модель прогнозирует цену предложения, а не итоговую цену сделки.</a:t>
            </a:r>
            <a:endParaRPr lang="en-US" sz="1350"/>
          </a:p>
          <a:p>
            <a:pPr algn="l" marL="0" indent="0">
              <a:lnSpc>
                <a:spcPct val="110000"/>
              </a:lnSpc>
              <a:buNone/>
              <a:def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/>
            </a:r>
            <a:endParaRPr lang="en-US" sz="1350"/>
          </a:p>
          <a:p>
            <a:pPr algn="l" marL="0" indent="0">
              <a:lnSpc>
                <a:spcPct val="110000"/>
              </a:lnSpc>
              <a:buNone/>
              <a:def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Источник данных: Darkhan Mutashev, Kolesa-Cars-2025, Kaggle. https://www.kaggle.com/datasets/mutashevdarkhan/kolesa-cars-2025. Локальный файл kolesa_cars_2025.csv. Числа моделей: results/metrics.json. Дата обновления датасета в документации проекта: 18 декабря 2025. Цены объявлений в KZT, не подтверждённые цены сделок.</a:t>
            </a:r>
            <a:endParaRPr lang="en-US" sz="1350"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type="sldImg" idx="0"/>
          </p:nvPr>
        </p:nvSpPr>
        <p:spPr/>
      </p:sp>
      <p:sp>
        <p:nvSpPr>
          <p:cNvPr id="3" name="Speaker notes"/>
          <p:cNvSpPr/>
          <p:nvPr>
            <p:ph type="body" idx="1"/>
          </p:nvPr>
        </p:nvSpPr>
        <p:spPr/>
        <p:txBody>
          <a:bodyPr/>
          <a:lstStyle/>
          <a:p>
            <a:pPr algn="l" marL="0" indent="0">
              <a:lnSpc>
                <a:spcPct val="110000"/>
              </a:lnSpc>
              <a:buNone/>
              <a:def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Алишер. 1:00. В исходном CSV 3999 строк и 14 колонок. У каждого объявления есть ссылка и идентификатор. Датасет публичный, источник описан в README. Исключаем 527 строк новых автомобилей и 51 строку подержанных автомобилей на заказ. В оставшихся строках удаляем 868 повторов идентификаторов, получаем 2553 уникальных объявления. Во всём исходном файле повторных строк 968: это другое число, поскольку оно учитывает также исключённые категории. Важное ограничение: у строк нет даты объявления и города. Это снимок 2025 года.</a:t>
            </a:r>
            <a:endParaRPr lang="en-US" sz="1350"/>
          </a:p>
          <a:p>
            <a:pPr algn="l" marL="0" indent="0">
              <a:lnSpc>
                <a:spcPct val="110000"/>
              </a:lnSpc>
              <a:buNone/>
              <a:def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/>
            </a:r>
            <a:endParaRPr lang="en-US" sz="1350"/>
          </a:p>
          <a:p>
            <a:pPr algn="l" marL="0" indent="0">
              <a:lnSpc>
                <a:spcPct val="110000"/>
              </a:lnSpc>
              <a:buNone/>
              <a:def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Источник данных: Darkhan Mutashev, Kolesa-Cars-2025, Kaggle. https://www.kaggle.com/datasets/mutashevdarkhan/kolesa-cars-2025. Локальный файл kolesa_cars_2025.csv. Числа моделей: results/metrics.json. Дата обновления датасета в документации проекта: 18 декабря 2025. Цены объявлений в KZT, не подтверждённые цены сделок.</a:t>
            </a:r>
            <a:endParaRPr lang="en-US" sz="1350"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type="sldImg" idx="0"/>
          </p:nvPr>
        </p:nvSpPr>
        <p:spPr/>
      </p:sp>
      <p:sp>
        <p:nvSpPr>
          <p:cNvPr id="3" name="Speaker notes"/>
          <p:cNvSpPr/>
          <p:nvPr>
            <p:ph type="body" idx="1"/>
          </p:nvPr>
        </p:nvSpPr>
        <p:spPr/>
        <p:txBody>
          <a:bodyPr/>
          <a:lstStyle/>
          <a:p>
            <a:pPr algn="l" marL="0" indent="0">
              <a:lnSpc>
                <a:spcPct val="110000"/>
              </a:lnSpc>
              <a:buNone/>
              <a:def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Алишер. 1:05. Оба графика построены только по обучающей выборке. Слева распределение цены по интервалам в миллионах тенге. Есть длинный хвост дорогих машин, поэтому средняя цена 9,53 миллиона выше медианы 6,70 миллиона. Интервалы имеют разную ширину, это количество объявлений в ценовых группах, а не плотность. Справа показаны шесть выбранных годов из сохранённого анализа: медиана растёт с 3,8 миллиона в 2000 году до 15,3 миллиона в 2025 году. Корреляция Спирмена по всем обучающим строкам равна 0,69. Это связь, а не доказательство причинности.</a:t>
            </a:r>
            <a:endParaRPr lang="en-US" sz="1350"/>
          </a:p>
          <a:p>
            <a:pPr algn="l" marL="0" indent="0">
              <a:lnSpc>
                <a:spcPct val="110000"/>
              </a:lnSpc>
              <a:buNone/>
              <a:def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/>
            </a:r>
            <a:endParaRPr lang="en-US" sz="1350"/>
          </a:p>
          <a:p>
            <a:pPr algn="l" marL="0" indent="0">
              <a:lnSpc>
                <a:spcPct val="110000"/>
              </a:lnSpc>
              <a:buNone/>
              <a:def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Источник данных: Darkhan Mutashev, Kolesa-Cars-2025, Kaggle. https://www.kaggle.com/datasets/mutashevdarkhan/kolesa-cars-2025. Локальный файл kolesa_cars_2025.csv. Числа моделей: results/metrics.json. Дата обновления датасета в документации проекта: 18 декабря 2025. Цены объявлений в KZT, не подтверждённые цены сделок.</a:t>
            </a:r>
            <a:endParaRPr lang="en-US" sz="1350"/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type="sldImg" idx="0"/>
          </p:nvPr>
        </p:nvSpPr>
        <p:spPr/>
      </p:sp>
      <p:sp>
        <p:nvSpPr>
          <p:cNvPr id="3" name="Speaker notes"/>
          <p:cNvSpPr/>
          <p:nvPr>
            <p:ph type="body" idx="1"/>
          </p:nvPr>
        </p:nvSpPr>
        <p:spPr/>
        <p:txBody>
          <a:bodyPr/>
          <a:lstStyle/>
          <a:p>
            <a:pPr algn="l" marL="0" indent="0">
              <a:lnSpc>
                <a:spcPct val="110000"/>
              </a:lnSpc>
              <a:buNone/>
              <a:def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Алишер. 1:05. Слева 1200 случайно выбранных обучающих автомобилей с известным пробегом. Сохраняем полный диапазон осей, включая дорогие машины и большие пробеги. Корреляция Спирмена пробега и цены по обучающим строкам с известным пробегом равна −0,53. Справа медианные цены по топливу: бензин 6,5 миллиона, дизель 5,7, газ 8,275, гибрид 19 миллионов. В обучении 1652 бензиновых автомобиля, 77 дизельных, 24 на газе и 22 гибрида. Маленькие группы нестабильны, а различия могут объясняться составом автомобилей. Теперь передаю слово Аслану.</a:t>
            </a:r>
            <a:endParaRPr lang="en-US" sz="1350"/>
          </a:p>
          <a:p>
            <a:pPr algn="l" marL="0" indent="0">
              <a:lnSpc>
                <a:spcPct val="110000"/>
              </a:lnSpc>
              <a:buNone/>
              <a:def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/>
            </a:r>
            <a:endParaRPr lang="en-US" sz="1350"/>
          </a:p>
          <a:p>
            <a:pPr algn="l" marL="0" indent="0">
              <a:lnSpc>
                <a:spcPct val="110000"/>
              </a:lnSpc>
              <a:buNone/>
              <a:def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Источник данных: Darkhan Mutashev, Kolesa-Cars-2025, Kaggle. https://www.kaggle.com/datasets/mutashevdarkhan/kolesa-cars-2025. Локальный файл kolesa_cars_2025.csv. Числа моделей: results/metrics.json. Дата обновления датасета в документации проекта: 18 декабря 2025. Цены объявлений в KZT, не подтверждённые цены сделок.</a:t>
            </a:r>
            <a:endParaRPr lang="en-US" sz="1350"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type="sldImg" idx="0"/>
          </p:nvPr>
        </p:nvSpPr>
        <p:spPr/>
      </p:sp>
      <p:sp>
        <p:nvSpPr>
          <p:cNvPr id="3" name="Speaker notes"/>
          <p:cNvSpPr/>
          <p:nvPr>
            <p:ph type="body" idx="1"/>
          </p:nvPr>
        </p:nvSpPr>
        <p:spPr/>
        <p:txBody>
          <a:bodyPr/>
          <a:lstStyle/>
          <a:p>
            <a:pPr algn="l" marL="0" indent="0">
              <a:lnSpc>
                <a:spcPct val="110000"/>
              </a:lnSpc>
              <a:buNone/>
              <a:def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Аслан. 1:10. После удаления повторов разбиваем данные: 1787 обучение, 383 валидация и 383 тест. Импутация, масштабирование и кодирование находятся в pipeline и обучаются только на обучающих строках текущего фолда. Пробег преобразуем через log1p и добавляем признак пропуска. Из текста восстанавливаем объём двигателя и извлекаем кузов. На очищенных строках остаются 497 пропусков пробега и 17 пропусков двигателя. Для дерева выполняем GridSearchCV: глубина 6,10,14 и минимальный размер листа 3 или 10; три фолда. Лучшие параметры — глубина 10, лист 3, CV MAE 2,86 миллиона. Модель выбираем по валидации, тест используем после выбора.</a:t>
            </a:r>
            <a:endParaRPr lang="en-US" sz="1350"/>
          </a:p>
          <a:p>
            <a:pPr algn="l" marL="0" indent="0">
              <a:lnSpc>
                <a:spcPct val="110000"/>
              </a:lnSpc>
              <a:buNone/>
              <a:def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/>
            </a:r>
            <a:endParaRPr lang="en-US" sz="1350"/>
          </a:p>
          <a:p>
            <a:pPr algn="l" marL="0" indent="0">
              <a:lnSpc>
                <a:spcPct val="110000"/>
              </a:lnSpc>
              <a:buNone/>
              <a:def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Источник данных: Darkhan Mutashev, Kolesa-Cars-2025, Kaggle. https://www.kaggle.com/datasets/mutashevdarkhan/kolesa-cars-2025. Локальный файл kolesa_cars_2025.csv. Числа моделей: results/metrics.json. Дата обновления датасета в документации проекта: 18 декабря 2025. Цены объявлений в KZT, не подтверждённые цены сделок.</a:t>
            </a:r>
            <a:endParaRPr lang="en-US" sz="1350"/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type="sldImg" idx="0"/>
          </p:nvPr>
        </p:nvSpPr>
        <p:spPr/>
      </p:sp>
      <p:sp>
        <p:nvSpPr>
          <p:cNvPr id="3" name="Speaker notes"/>
          <p:cNvSpPr/>
          <p:nvPr>
            <p:ph type="body" idx="1"/>
          </p:nvPr>
        </p:nvSpPr>
        <p:spPr/>
        <p:txBody>
          <a:bodyPr/>
          <a:lstStyle/>
          <a:p>
            <a:pPr algn="l" marL="0" indent="0">
              <a:lnSpc>
                <a:spcPct val="110000"/>
              </a:lnSpc>
              <a:buNone/>
              <a:def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Аслан. 1:00. Сравниваем четыре подхода на одной валидационной выборке. Медианный baseline даёт MAE 6,50 миллиона, линейная регрессия 4,65, дерево 3,44, KNN 3,18 миллиона. Выбираем KNN по заранее заданной основной метрике MAE. В KNN используем 15 соседей и веса по расстоянию. Обратите внимание: по RMSE и R² дерево лучше KNN на валидации. Поэтому мы не говорим, что KNN лучше по всем метрикам. Оно выигрывает именно по выбранному критерию MAE. Тестовую выборку при выборе модели не смотрим.</a:t>
            </a:r>
            <a:endParaRPr lang="en-US" sz="1350"/>
          </a:p>
          <a:p>
            <a:pPr algn="l" marL="0" indent="0">
              <a:lnSpc>
                <a:spcPct val="110000"/>
              </a:lnSpc>
              <a:buNone/>
              <a:def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/>
            </a:r>
            <a:endParaRPr lang="en-US" sz="1350"/>
          </a:p>
          <a:p>
            <a:pPr algn="l" marL="0" indent="0">
              <a:lnSpc>
                <a:spcPct val="110000"/>
              </a:lnSpc>
              <a:buNone/>
              <a:def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Источник данных: Darkhan Mutashev, Kolesa-Cars-2025, Kaggle. https://www.kaggle.com/datasets/mutashevdarkhan/kolesa-cars-2025. Локальный файл kolesa_cars_2025.csv. Числа моделей: results/metrics.json. Дата обновления датасета в документации проекта: 18 декабря 2025. Цены объявлений в KZT, не подтверждённые цены сделок.</a:t>
            </a:r>
            <a:endParaRPr lang="en-US" sz="1350"/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type="sldImg" idx="0"/>
          </p:nvPr>
        </p:nvSpPr>
        <p:spPr/>
      </p:sp>
      <p:sp>
        <p:nvSpPr>
          <p:cNvPr id="3" name="Speaker notes"/>
          <p:cNvSpPr/>
          <p:nvPr>
            <p:ph type="body" idx="1"/>
          </p:nvPr>
        </p:nvSpPr>
        <p:spPr/>
        <p:txBody>
          <a:bodyPr/>
          <a:lstStyle/>
          <a:p>
            <a:pPr algn="l" marL="0" indent="0">
              <a:lnSpc>
                <a:spcPct val="110000"/>
              </a:lnSpc>
              <a:buNone/>
              <a:def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Аслан. 1:05. Выбранный KNN на тестовой выборке даёт MAE 2444769 тенге, baseline 5950858. Снижение ошибки составляет 58,9%, что превышает заданные 20%. MAE — средняя абсолютная величина ошибки, а не точность в процентах. RMSE равна 5891766 тенге, R² 0,715. Более высокая RMSE показывает, что у модели остаются отдельные крупные ошибки. Числа слайда взяты из сохранённых results/metrics.json; при запуске на другой версии библиотек возможны небольшие отличия.</a:t>
            </a:r>
            <a:endParaRPr lang="en-US" sz="1350"/>
          </a:p>
          <a:p>
            <a:pPr algn="l" marL="0" indent="0">
              <a:lnSpc>
                <a:spcPct val="110000"/>
              </a:lnSpc>
              <a:buNone/>
              <a:def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/>
            </a:r>
            <a:endParaRPr lang="en-US" sz="1350"/>
          </a:p>
          <a:p>
            <a:pPr algn="l" marL="0" indent="0">
              <a:lnSpc>
                <a:spcPct val="110000"/>
              </a:lnSpc>
              <a:buNone/>
              <a:def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Источник данных: Darkhan Mutashev, Kolesa-Cars-2025, Kaggle. https://www.kaggle.com/datasets/mutashevdarkhan/kolesa-cars-2025. Локальный файл kolesa_cars_2025.csv. Числа моделей: results/metrics.json. Дата обновления датасета в документации проекта: 18 декабря 2025. Цены объявлений в KZT, не подтверждённые цены сделок.</a:t>
            </a:r>
            <a:endParaRPr lang="en-US" sz="1350"/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type="sldImg" idx="0"/>
          </p:nvPr>
        </p:nvSpPr>
        <p:spPr/>
      </p:sp>
      <p:sp>
        <p:nvSpPr>
          <p:cNvPr id="3" name="Speaker notes"/>
          <p:cNvSpPr/>
          <p:nvPr>
            <p:ph type="body" idx="1"/>
          </p:nvPr>
        </p:nvSpPr>
        <p:spPr/>
        <p:txBody>
          <a:bodyPr/>
          <a:lstStyle/>
          <a:p>
            <a:pPr algn="l" marL="0" indent="0">
              <a:lnSpc>
                <a:spcPct val="110000"/>
              </a:lnSpc>
              <a:buNone/>
              <a:def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Аслан. 1:05. Чтобы понять слабые места, оцениваем абсолютную ошибку в четырёх ценовых группах. Границы групп считаем по обучающим ценам, затем относим к ним тестовые автомобили. Поэтому группы на тесте имеют разный размер: 112,100,87 и 84. Средняя абсолютная ошибка составляет 1,13,1,36,1,54 и 6,44 миллиона соответственно. На дорогих автомобилях ошибка значительно больше. Возможные причины — редкость таких машин и отсутствие информации о комплектации, городе и состоянии. Это гипотезы, а не доказанные причины.</a:t>
            </a:r>
            <a:endParaRPr lang="en-US" sz="1350"/>
          </a:p>
          <a:p>
            <a:pPr algn="l" marL="0" indent="0">
              <a:lnSpc>
                <a:spcPct val="110000"/>
              </a:lnSpc>
              <a:buNone/>
              <a:def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/>
            </a:r>
            <a:endParaRPr lang="en-US" sz="1350"/>
          </a:p>
          <a:p>
            <a:pPr algn="l" marL="0" indent="0">
              <a:lnSpc>
                <a:spcPct val="110000"/>
              </a:lnSpc>
              <a:buNone/>
              <a:def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Источник данных: Darkhan Mutashev, Kolesa-Cars-2025, Kaggle. https://www.kaggle.com/datasets/mutashevdarkhan/kolesa-cars-2025. Локальный файл kolesa_cars_2025.csv. Числа моделей: results/metrics.json. Дата обновления датасета в документации проекта: 18 декабря 2025. Цены объявлений в KZT, не подтверждённые цены сделок.</a:t>
            </a:r>
            <a:endParaRPr lang="en-US" sz="1350"/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type="sldImg" idx="0"/>
          </p:nvPr>
        </p:nvSpPr>
        <p:spPr/>
      </p:sp>
      <p:sp>
        <p:nvSpPr>
          <p:cNvPr id="3" name="Speaker notes"/>
          <p:cNvSpPr/>
          <p:nvPr>
            <p:ph type="body" idx="1"/>
          </p:nvPr>
        </p:nvSpPr>
        <p:spPr/>
        <p:txBody>
          <a:bodyPr/>
          <a:lstStyle/>
          <a:p>
            <a:pPr algn="l" marL="0" indent="0">
              <a:lnSpc>
                <a:spcPct val="110000"/>
              </a:lnSpc>
              <a:buNone/>
              <a:def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Аслан. 1:00. Главные ограничения: датасет 2025 года, нет индивидуальных дат объявлений, города, детального состояния и подтверждённой цены продажи. К финальной защите планируем получить разрешённый актуальный датированный снимок 2026 года, добавить доступные данные о городе и состоянии, сравнить ансамбли с cross-validation только на обучении и проверить качество на более поздних объявлениях. Алишер отвечал за источник, аудит, очистку и EDA, Аслан — за обучение, CV, оценку и ошибки. Время всех слайдов: 10 минут. Оба участника готовы объяснить весь процесс и ответить на вопросы.</a:t>
            </a:r>
            <a:endParaRPr lang="en-US" sz="1350"/>
          </a:p>
          <a:p>
            <a:pPr algn="l" marL="0" indent="0">
              <a:lnSpc>
                <a:spcPct val="110000"/>
              </a:lnSpc>
              <a:buNone/>
              <a:def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/>
            </a:r>
            <a:endParaRPr lang="en-US" sz="1350"/>
          </a:p>
          <a:p>
            <a:pPr algn="l" marL="0" indent="0">
              <a:lnSpc>
                <a:spcPct val="110000"/>
              </a:lnSpc>
              <a:buNone/>
              <a:def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3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Источник данных: Darkhan Mutashev, Kolesa-Cars-2025, Kaggle. https://www.kaggle.com/datasets/mutashevdarkhan/kolesa-cars-2025. Локальный файл kolesa_cars_2025.csv. Числа моделей: results/metrics.json. Дата обновления датасета в документации проекта: 18 декабря 2025. Цены объявлений в KZT, не подтверждённые цены сделок.</a:t>
            </a:r>
            <a:endParaRPr lang="en-US" sz="1350"/>
          </a:p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37f8763dac46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679ceaea68441c" /><Relationship Type="http://schemas.openxmlformats.org/officeDocument/2006/relationships/slideLayout" Target="/ppt/slideLayouts/slideLayout1.xml" Id="R1e6db1cd2b874c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6db1cd2b874c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Relationships xmlns="http://schemas.openxmlformats.org/package/2006/relationships"><Relationship Id="rLayout" Type="http://schemas.openxmlformats.org/officeDocument/2006/relationships/slideLayout" Target="../slideLayouts/slideLayout1.xml"/><Relationship Id="rNotes" Type="http://schemas.openxmlformats.org/officeDocument/2006/relationships/notesSlide" Target="../notesSlides/notesSlide1.xml"/><Relationship Id="rHero" Type="http://schemas.openxmlformats.org/officeDocument/2006/relationships/image" Target="../media/cover_car.png"/></Relationships>
</file>

<file path=ppt/slides/_rels/slide2.xml.rels><Relationships xmlns="http://schemas.openxmlformats.org/package/2006/relationships"><Relationship Id="rLayout" Type="http://schemas.openxmlformats.org/officeDocument/2006/relationships/slideLayout" Target="../slideLayouts/slideLayout1.xml"/><Relationship Id="rNotes" Type="http://schemas.openxmlformats.org/officeDocument/2006/relationships/notesSlide" Target="../notesSlides/notesSlide2.xml"/></Relationships>
</file>

<file path=ppt/slides/_rels/slide3.xml.rels><Relationships xmlns="http://schemas.openxmlformats.org/package/2006/relationships"><Relationship Id="rLayout" Type="http://schemas.openxmlformats.org/officeDocument/2006/relationships/slideLayout" Target="../slideLayouts/slideLayout1.xml"/><Relationship Id="rNotes" Type="http://schemas.openxmlformats.org/officeDocument/2006/relationships/notesSlide" Target="../notesSlides/notesSlide3.xml"/></Relationships>
</file>

<file path=ppt/slides/_rels/slide4.xml.rels><Relationships xmlns="http://schemas.openxmlformats.org/package/2006/relationships"><Relationship Id="rLayout" Type="http://schemas.openxmlformats.org/officeDocument/2006/relationships/slideLayout" Target="../slideLayouts/slideLayout1.xml"/><Relationship Id="rNotes" Type="http://schemas.openxmlformats.org/officeDocument/2006/relationships/notesSlide" Target="../notesSlides/notesSlide4.xml"/><Relationship Id="rChart1" Type="http://schemas.openxmlformats.org/officeDocument/2006/relationships/chart" Target="../charts/chart1.xml"/><Relationship Id="rChart2" Type="http://schemas.openxmlformats.org/officeDocument/2006/relationships/chart" Target="../charts/chart2.xml"/></Relationships>
</file>

<file path=ppt/slides/_rels/slide5.xml.rels><Relationships xmlns="http://schemas.openxmlformats.org/package/2006/relationships"><Relationship Id="rLayout" Type="http://schemas.openxmlformats.org/officeDocument/2006/relationships/slideLayout" Target="../slideLayouts/slideLayout1.xml"/><Relationship Id="rNotes" Type="http://schemas.openxmlformats.org/officeDocument/2006/relationships/notesSlide" Target="../notesSlides/notesSlide5.xml"/><Relationship Id="rChart3" Type="http://schemas.openxmlformats.org/officeDocument/2006/relationships/chart" Target="../charts/chart3.xml"/><Relationship Id="rChart4" Type="http://schemas.openxmlformats.org/officeDocument/2006/relationships/chart" Target="../charts/chart4.xml"/></Relationships>
</file>

<file path=ppt/slides/_rels/slide6.xml.rels><Relationships xmlns="http://schemas.openxmlformats.org/package/2006/relationships"><Relationship Id="rLayout" Type="http://schemas.openxmlformats.org/officeDocument/2006/relationships/slideLayout" Target="../slideLayouts/slideLayout1.xml"/><Relationship Id="rNotes" Type="http://schemas.openxmlformats.org/officeDocument/2006/relationships/notesSlide" Target="../notesSlides/notesSlide6.xml"/></Relationships>
</file>

<file path=ppt/slides/_rels/slide7.xml.rels><Relationships xmlns="http://schemas.openxmlformats.org/package/2006/relationships"><Relationship Id="rLayout" Type="http://schemas.openxmlformats.org/officeDocument/2006/relationships/slideLayout" Target="../slideLayouts/slideLayout1.xml"/><Relationship Id="rNotes" Type="http://schemas.openxmlformats.org/officeDocument/2006/relationships/notesSlide" Target="../notesSlides/notesSlide7.xml"/><Relationship Id="rChart5" Type="http://schemas.openxmlformats.org/officeDocument/2006/relationships/chart" Target="../charts/chart5.xml"/></Relationships>
</file>

<file path=ppt/slides/_rels/slide8.xml.rels><Relationships xmlns="http://schemas.openxmlformats.org/package/2006/relationships"><Relationship Id="rLayout" Type="http://schemas.openxmlformats.org/officeDocument/2006/relationships/slideLayout" Target="../slideLayouts/slideLayout1.xml"/><Relationship Id="rNotes" Type="http://schemas.openxmlformats.org/officeDocument/2006/relationships/notesSlide" Target="../notesSlides/notesSlide8.xml"/><Relationship Id="rChart6" Type="http://schemas.openxmlformats.org/officeDocument/2006/relationships/chart" Target="../charts/chart6.xml"/></Relationships>
</file>

<file path=ppt/slides/_rels/slide9.xml.rels><Relationships xmlns="http://schemas.openxmlformats.org/package/2006/relationships"><Relationship Id="rLayout" Type="http://schemas.openxmlformats.org/officeDocument/2006/relationships/slideLayout" Target="../slideLayouts/slideLayout1.xml"/><Relationship Id="rNotes" Type="http://schemas.openxmlformats.org/officeDocument/2006/relationships/notesSlide" Target="../notesSlides/notesSlide9.xml"/><Relationship Id="rChart7" Type="http://schemas.openxmlformats.org/officeDocument/2006/relationships/chart" Target="../charts/chart7.xml"/></Relationships>
</file>

<file path=ppt/slides/_rels/slide10.xml.rels><Relationships xmlns="http://schemas.openxmlformats.org/package/2006/relationships"><Relationship Id="rLayout" Type="http://schemas.openxmlformats.org/officeDocument/2006/relationships/slideLayout" Target="../slideLayouts/slideLayout1.xml"/><Relationship Id="rNotes" Type="http://schemas.openxmlformats.org/officeDocument/2006/relationships/notesSlide" Target="../notesSlides/notesSlide10.xml"/></Relationships>
</file>

<file path=ppt/slides/slide1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 showMasterSp="0">
  <p:cSld>
    <p:bg>
      <p:bgPr>
        <a:solidFill>
          <a:srgbClr val="123C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llustrative studio car" descr="AI-generated studio illustration, not a dataset listing."/>
          <p:cNvPicPr>
            <a:picLocks noChangeAspect="1"/>
          </p:cNvPicPr>
          <p:nvPr/>
        </p:nvPicPr>
        <p:blipFill>
          <a:blip r:embed="rHero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3"/>
          <p:cNvSpPr txBox="1"/>
          <p:nvPr/>
        </p:nvSpPr>
        <p:spPr>
          <a:xfrm>
            <a:off x="647700" y="1028700"/>
            <a:ext cx="5953125" cy="2647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4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4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 xml:space="preserve">Used-car price</a:t>
            </a:r>
            <a:endParaRPr lang="en-US" sz="4875"/>
          </a:p>
          <a:p>
            <a:pPr algn="l" marL="0" indent="0">
              <a:lnSpc>
                <a:spcPct val="110000"/>
              </a:lnSpc>
              <a:buNone/>
              <a:defRPr lang="en-US" sz="4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4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 xml:space="preserve">estimation</a:t>
            </a:r>
            <a:endParaRPr lang="en-US" sz="4875"/>
          </a:p>
          <a:p>
            <a:pPr algn="l" marL="0" indent="0">
              <a:lnSpc>
                <a:spcPct val="110000"/>
              </a:lnSpc>
              <a:buNone/>
              <a:defRPr lang="en-US" sz="4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4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 xml:space="preserve">in Kazakhstan</a:t>
            </a:r>
            <a:endParaRPr lang="en-US" sz="4875"/>
          </a:p>
        </p:txBody>
      </p:sp>
      <p:sp>
        <p:nvSpPr>
          <p:cNvPr id="4" name="Text 4"/>
          <p:cNvSpPr txBox="1"/>
          <p:nvPr/>
        </p:nvSpPr>
        <p:spPr>
          <a:xfrm>
            <a:off x="666750" y="4143375"/>
            <a:ext cx="4143375" cy="714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1875" b="0">
                <a:solidFill>
                  <a:srgbClr val="D5E9DE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75" b="0">
                <a:solidFill>
                  <a:srgbClr val="D5E9DE"/>
                </a:solidFill>
                <a:latin typeface="Helvetica Neue"/>
                <a:ea typeface="Helvetica Neue"/>
                <a:cs typeface="Helvetica Neue"/>
              </a:rPr>
              <a:t xml:space="preserve">Machine Learning Algorithms</a:t>
            </a:r>
            <a:endParaRPr lang="en-US" sz="1875"/>
          </a:p>
          <a:p>
            <a:pPr algn="l" marL="0" indent="0">
              <a:lnSpc>
                <a:spcPct val="110000"/>
              </a:lnSpc>
              <a:buNone/>
              <a:defRPr lang="en-US" sz="1875" b="0">
                <a:solidFill>
                  <a:srgbClr val="D5E9DE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75" b="0">
                <a:solidFill>
                  <a:srgbClr val="D5E9DE"/>
                </a:solidFill>
                <a:latin typeface="Helvetica Neue"/>
                <a:ea typeface="Helvetica Neue"/>
                <a:cs typeface="Helvetica Neue"/>
              </a:rPr>
              <a:t xml:space="preserve">Midterm course project</a:t>
            </a:r>
            <a:endParaRPr lang="en-US" sz="1875"/>
          </a:p>
        </p:txBody>
      </p:sp>
      <p:sp>
        <p:nvSpPr>
          <p:cNvPr id="5" name="Text 5"/>
          <p:cNvSpPr txBox="1"/>
          <p:nvPr/>
        </p:nvSpPr>
        <p:spPr>
          <a:xfrm>
            <a:off x="666750" y="5781675"/>
            <a:ext cx="40005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 xml:space="preserve">Алишер Ахмет</a:t>
            </a:r>
            <a:endParaRPr lang="en-US" sz="1800"/>
          </a:p>
          <a:p>
            <a:pPr algn="l" marL="0" indent="0">
              <a:lnSpc>
                <a:spcPct val="110000"/>
              </a:lnSpc>
              <a:buNone/>
              <a:defRPr lang="en-US"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 xml:space="preserve">Муратов Аслан</a:t>
            </a:r>
            <a:endParaRPr lang="en-US" sz="18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 showMasterSp="0">
  <p:cSld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495300"/>
            <a:ext cx="10572750" cy="781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3300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3300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The prediction question</a:t>
            </a:r>
            <a:endParaRPr lang="en-US" sz="3300"/>
          </a:p>
        </p:txBody>
      </p:sp>
      <p:sp>
        <p:nvSpPr>
          <p:cNvPr id="3" name="Text 3"/>
          <p:cNvSpPr txBox="1"/>
          <p:nvPr/>
        </p:nvSpPr>
        <p:spPr>
          <a:xfrm>
            <a:off x="11144250" y="6391275"/>
            <a:ext cx="381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buNone/>
              <a:defRPr lang="en-US" sz="12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2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>2</a:t>
            </a:r>
            <a:endParaRPr lang="en-US" sz="1275"/>
          </a:p>
        </p:txBody>
      </p:sp>
      <p:sp>
        <p:nvSpPr>
          <p:cNvPr id="4" name="Text 4"/>
          <p:cNvSpPr txBox="1"/>
          <p:nvPr/>
        </p:nvSpPr>
        <p:spPr>
          <a:xfrm>
            <a:off x="685800" y="1800225"/>
            <a:ext cx="6191250" cy="148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4575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4575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How much should</a:t>
            </a:r>
            <a:endParaRPr lang="en-US" sz="4575"/>
          </a:p>
          <a:p>
            <a:pPr algn="l" marL="0" indent="0">
              <a:lnSpc>
                <a:spcPct val="110000"/>
              </a:lnSpc>
              <a:buNone/>
              <a:defRPr lang="en-US" sz="4575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4575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a used car cost?</a:t>
            </a:r>
            <a:endParaRPr lang="en-US" sz="4575"/>
          </a:p>
        </p:txBody>
      </p:sp>
      <p:sp>
        <p:nvSpPr>
          <p:cNvPr id="5" name="Text 5"/>
          <p:cNvSpPr txBox="1"/>
          <p:nvPr/>
        </p:nvSpPr>
        <p:spPr>
          <a:xfrm>
            <a:off x="714375" y="3914775"/>
            <a:ext cx="6096000" cy="1200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21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1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>Brand and model</a:t>
            </a:r>
            <a:endParaRPr lang="en-US" sz="2175"/>
          </a:p>
          <a:p>
            <a:pPr algn="l" marL="0" indent="0">
              <a:lnSpc>
                <a:spcPct val="110000"/>
              </a:lnSpc>
              <a:buNone/>
              <a:defRPr lang="en-US" sz="21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1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>Year and mileage</a:t>
            </a:r>
            <a:endParaRPr lang="en-US" sz="2175"/>
          </a:p>
          <a:p>
            <a:pPr algn="l" marL="0" indent="0">
              <a:lnSpc>
                <a:spcPct val="110000"/>
              </a:lnSpc>
              <a:buNone/>
              <a:defRPr lang="en-US" sz="21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1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>Engine, body, fuel, transmission</a:t>
            </a:r>
            <a:endParaRPr lang="en-US" sz="2175"/>
          </a:p>
        </p:txBody>
      </p:sp>
      <p:sp>
        <p:nvSpPr>
          <p:cNvPr id="6" name="Text 6"/>
          <p:cNvSpPr txBox="1"/>
          <p:nvPr/>
        </p:nvSpPr>
        <p:spPr>
          <a:xfrm>
            <a:off x="7477125" y="1828800"/>
            <a:ext cx="3952875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2100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100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Regression target</a:t>
            </a:r>
            <a:endParaRPr lang="en-US" sz="2100"/>
          </a:p>
        </p:txBody>
      </p:sp>
      <p:sp>
        <p:nvSpPr>
          <p:cNvPr id="7" name="Text 7"/>
          <p:cNvSpPr txBox="1"/>
          <p:nvPr/>
        </p:nvSpPr>
        <p:spPr>
          <a:xfrm>
            <a:off x="7477125" y="2390775"/>
            <a:ext cx="4048125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21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1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>Advertised asking price</a:t>
            </a:r>
            <a:endParaRPr lang="en-US" sz="2175"/>
          </a:p>
          <a:p>
            <a:pPr algn="l" marL="0" indent="0">
              <a:lnSpc>
                <a:spcPct val="110000"/>
              </a:lnSpc>
              <a:buNone/>
              <a:defRPr lang="en-US" sz="21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1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>in Kazakhstani tenge (KZT)</a:t>
            </a:r>
            <a:endParaRPr lang="en-US" sz="2175"/>
          </a:p>
        </p:txBody>
      </p:sp>
      <p:sp>
        <p:nvSpPr>
          <p:cNvPr id="8" name="Text 8"/>
          <p:cNvSpPr txBox="1"/>
          <p:nvPr/>
        </p:nvSpPr>
        <p:spPr>
          <a:xfrm>
            <a:off x="7477125" y="3781425"/>
            <a:ext cx="390525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2100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100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Primary metric</a:t>
            </a:r>
            <a:endParaRPr lang="en-US" sz="2100"/>
          </a:p>
        </p:txBody>
      </p:sp>
      <p:sp>
        <p:nvSpPr>
          <p:cNvPr id="9" name="Text 9"/>
          <p:cNvSpPr txBox="1"/>
          <p:nvPr/>
        </p:nvSpPr>
        <p:spPr>
          <a:xfrm>
            <a:off x="7477125" y="4324350"/>
            <a:ext cx="390525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21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1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>MAE: average absolute</a:t>
            </a:r>
            <a:endParaRPr lang="en-US" sz="2175"/>
          </a:p>
          <a:p>
            <a:pPr algn="l" marL="0" indent="0">
              <a:lnSpc>
                <a:spcPct val="110000"/>
              </a:lnSpc>
              <a:buNone/>
              <a:defRPr lang="en-US" sz="21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1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>error in tenge</a:t>
            </a:r>
            <a:endParaRPr lang="en-US" sz="2175"/>
          </a:p>
        </p:txBody>
      </p:sp>
      <p:sp>
        <p:nvSpPr>
          <p:cNvPr id="10" name="Divider 10"/>
          <p:cNvSpPr/>
          <p:nvPr/>
        </p:nvSpPr>
        <p:spPr>
          <a:xfrm>
            <a:off x="685800" y="5562600"/>
            <a:ext cx="10820400" cy="0"/>
          </a:xfrm>
          <a:prstGeom prst="line">
            <a:avLst/>
          </a:prstGeom>
          <a:ln w="9525">
            <a:solidFill>
              <a:srgbClr val="D7E2DA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685800" y="5848350"/>
            <a:ext cx="103822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2025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025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Success: at least 20% lower test MAE than the median baseline</a:t>
            </a:r>
            <a:endParaRPr lang="en-US" sz="2025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 showMasterSp="0">
  <p:cSld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495300"/>
            <a:ext cx="10572750" cy="781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3300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3300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From source rows to unique used cars</a:t>
            </a:r>
            <a:endParaRPr lang="en-US" sz="3300"/>
          </a:p>
        </p:txBody>
      </p:sp>
      <p:sp>
        <p:nvSpPr>
          <p:cNvPr id="3" name="Text 3"/>
          <p:cNvSpPr txBox="1"/>
          <p:nvPr/>
        </p:nvSpPr>
        <p:spPr>
          <a:xfrm>
            <a:off x="11144250" y="6391275"/>
            <a:ext cx="381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buNone/>
              <a:defRPr lang="en-US" sz="12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2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>3</a:t>
            </a:r>
            <a:endParaRPr lang="en-US" sz="1275"/>
          </a:p>
        </p:txBody>
      </p:sp>
      <p:sp>
        <p:nvSpPr>
          <p:cNvPr id="4" name="Text 4"/>
          <p:cNvSpPr txBox="1"/>
          <p:nvPr/>
        </p:nvSpPr>
        <p:spPr>
          <a:xfrm>
            <a:off x="685800" y="1752600"/>
            <a:ext cx="5238750" cy="1190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7950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7950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3,999</a:t>
            </a:r>
            <a:endParaRPr lang="en-US" sz="7950"/>
          </a:p>
        </p:txBody>
      </p:sp>
      <p:sp>
        <p:nvSpPr>
          <p:cNvPr id="5" name="Text 5"/>
          <p:cNvSpPr txBox="1"/>
          <p:nvPr/>
        </p:nvSpPr>
        <p:spPr>
          <a:xfrm>
            <a:off x="723900" y="2971800"/>
            <a:ext cx="5143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21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1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>source rows, 14 columns</a:t>
            </a:r>
            <a:endParaRPr lang="en-US" sz="2175"/>
          </a:p>
        </p:txBody>
      </p:sp>
      <p:sp>
        <p:nvSpPr>
          <p:cNvPr id="6" name="Text 6"/>
          <p:cNvSpPr txBox="1"/>
          <p:nvPr/>
        </p:nvSpPr>
        <p:spPr>
          <a:xfrm>
            <a:off x="723900" y="3867150"/>
            <a:ext cx="5334000" cy="133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19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9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Kolesa-Cars-2025</a:t>
            </a:r>
            <a:endParaRPr lang="en-US" sz="1950"/>
          </a:p>
          <a:p>
            <a:pPr algn="l" marL="0" indent="0">
              <a:lnSpc>
                <a:spcPct val="110000"/>
              </a:lnSpc>
              <a:buNone/>
              <a:defRPr lang="en-US" sz="19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9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Public Kaggle dataset</a:t>
            </a:r>
            <a:endParaRPr lang="en-US" sz="1950"/>
          </a:p>
          <a:p>
            <a:pPr algn="l" marL="0" indent="0">
              <a:lnSpc>
                <a:spcPct val="110000"/>
              </a:lnSpc>
              <a:buNone/>
              <a:defRPr lang="en-US" sz="19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95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Licence: MIT, as listed in project</a:t>
            </a:r>
            <a:endParaRPr lang="en-US" sz="1950"/>
          </a:p>
        </p:txBody>
      </p:sp>
      <p:graphicFrame>
        <p:nvGraphicFramePr>
          <p:cNvPr id="7" name="Editable data table"/>
          <p:cNvGraphicFramePr/>
          <p:nvPr/>
        </p:nvGraphicFramePr>
        <p:xfrm>
          <a:off x="6496050" y="1628775"/>
          <a:ext cx="4914900" cy="337185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19500"/>
                <a:gridCol w="1295400"/>
              </a:tblGrid>
              <a:tr h="561975">
                <a:tc>
                  <a:txBody>
                    <a:bodyPr lIns="114300" rIns="114300" tIns="95250" bIns="38100" anchor="ctr">
                      <a:noAutofit/>
                    </a:bodyPr>
                    <a:lstStyle/>
                    <a:p>
                      <a:pPr algn="l" marL="0" indent="0">
                        <a:lnSpc>
                          <a:spcPct val="110000"/>
                        </a:lnSpc>
                        <a:buNone/>
                        <a:defRPr lang="en-US"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pPr>
                      <a:r>
                        <a:rPr lang="en-US"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 xml:space="preserve">Preparation</a:t>
                      </a:r>
                      <a:endParaRPr lang="en-US" sz="165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D7E2DA"/>
                      </a:solidFill>
                    </a:lnB>
                    <a:solidFill>
                      <a:srgbClr val="123C36"/>
                    </a:solidFill>
                  </a:tcPr>
                </a:tc>
                <a:tc>
                  <a:txBody>
                    <a:bodyPr lIns="114300" rIns="114300" tIns="95250" bIns="38100" anchor="ctr">
                      <a:noAutofit/>
                    </a:bodyPr>
                    <a:lstStyle/>
                    <a:p>
                      <a:pPr algn="r" marL="0" indent="0">
                        <a:lnSpc>
                          <a:spcPct val="110000"/>
                        </a:lnSpc>
                        <a:buNone/>
                        <a:defRPr lang="en-US"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pPr>
                      <a:r>
                        <a:rPr lang="en-US"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 xml:space="preserve">Rows</a:t>
                      </a:r>
                      <a:endParaRPr lang="en-US" sz="165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D7E2DA"/>
                      </a:solidFill>
                    </a:lnB>
                    <a:solidFill>
                      <a:srgbClr val="123C36"/>
                    </a:solidFill>
                  </a:tcPr>
                </a:tc>
              </a:tr>
              <a:tr h="561975">
                <a:tc>
                  <a:txBody>
                    <a:bodyPr lIns="114300" rIns="114300" tIns="95250" bIns="38100" anchor="ctr">
                      <a:noAutofit/>
                    </a:bodyPr>
                    <a:lstStyle/>
                    <a:p>
                      <a:pPr algn="l" marL="0" indent="0">
                        <a:lnSpc>
                          <a:spcPct val="110000"/>
                        </a:lnSpc>
                        <a:buNone/>
                        <a:defRPr lang="en-US" sz="1650" b="0">
                          <a:solidFill>
                            <a:srgbClr val="173A34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pPr>
                      <a:r>
                        <a:rPr lang="en-US" sz="1650" b="0">
                          <a:solidFill>
                            <a:srgbClr val="173A3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 xml:space="preserve">Source listings</a:t>
                      </a:r>
                      <a:endParaRPr lang="en-US" sz="165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D7E2DA"/>
                      </a:solidFill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 lIns="114300" rIns="114300" tIns="95250" bIns="38100" anchor="ctr">
                      <a:noAutofit/>
                    </a:bodyPr>
                    <a:lstStyle/>
                    <a:p>
                      <a:pPr algn="r" marL="0" indent="0">
                        <a:lnSpc>
                          <a:spcPct val="110000"/>
                        </a:lnSpc>
                        <a:buNone/>
                        <a:defRPr lang="en-US" sz="1650" b="0">
                          <a:solidFill>
                            <a:srgbClr val="173A34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pPr>
                      <a:r>
                        <a:rPr lang="en-US" sz="1650" b="0">
                          <a:solidFill>
                            <a:srgbClr val="173A3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 xml:space="preserve">3,999</a:t>
                      </a:r>
                      <a:endParaRPr lang="en-US" sz="165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D7E2DA"/>
                      </a:solidFill>
                    </a:lnB>
                    <a:solidFill>
                      <a:srgbClr val="F6F8F3"/>
                    </a:solidFill>
                  </a:tcPr>
                </a:tc>
              </a:tr>
              <a:tr h="561975">
                <a:tc>
                  <a:txBody>
                    <a:bodyPr lIns="114300" rIns="114300" tIns="95250" bIns="38100" anchor="ctr">
                      <a:noAutofit/>
                    </a:bodyPr>
                    <a:lstStyle/>
                    <a:p>
                      <a:pPr algn="l" marL="0" indent="0">
                        <a:lnSpc>
                          <a:spcPct val="110000"/>
                        </a:lnSpc>
                        <a:buNone/>
                        <a:defRPr lang="en-US" sz="1650" b="0">
                          <a:solidFill>
                            <a:srgbClr val="173A34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pPr>
                      <a:r>
                        <a:rPr lang="en-US" sz="1650" b="0">
                          <a:solidFill>
                            <a:srgbClr val="173A3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 xml:space="preserve">Remove new cars</a:t>
                      </a:r>
                      <a:endParaRPr lang="en-US" sz="165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D7E2DA"/>
                      </a:solidFill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 lIns="114300" rIns="114300" tIns="95250" bIns="38100" anchor="ctr">
                      <a:noAutofit/>
                    </a:bodyPr>
                    <a:lstStyle/>
                    <a:p>
                      <a:pPr algn="r" marL="0" indent="0">
                        <a:lnSpc>
                          <a:spcPct val="110000"/>
                        </a:lnSpc>
                        <a:buNone/>
                        <a:defRPr lang="en-US" sz="1650" b="0">
                          <a:solidFill>
                            <a:srgbClr val="173A34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pPr>
                      <a:r>
                        <a:rPr lang="en-US" sz="1650" b="0">
                          <a:solidFill>
                            <a:srgbClr val="173A3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 xml:space="preserve">−527</a:t>
                      </a:r>
                      <a:endParaRPr lang="en-US" sz="165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D7E2DA"/>
                      </a:solidFill>
                    </a:lnB>
                    <a:solidFill>
                      <a:srgbClr val="F6F8F3"/>
                    </a:solidFill>
                  </a:tcPr>
                </a:tc>
              </a:tr>
              <a:tr h="561975">
                <a:tc>
                  <a:txBody>
                    <a:bodyPr lIns="114300" rIns="114300" tIns="95250" bIns="38100" anchor="ctr">
                      <a:noAutofit/>
                    </a:bodyPr>
                    <a:lstStyle/>
                    <a:p>
                      <a:pPr algn="l" marL="0" indent="0">
                        <a:lnSpc>
                          <a:spcPct val="110000"/>
                        </a:lnSpc>
                        <a:buNone/>
                        <a:defRPr lang="en-US" sz="1650" b="0">
                          <a:solidFill>
                            <a:srgbClr val="173A34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pPr>
                      <a:r>
                        <a:rPr lang="en-US" sz="1650" b="0">
                          <a:solidFill>
                            <a:srgbClr val="173A3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 xml:space="preserve">Remove on-order used cars</a:t>
                      </a:r>
                      <a:endParaRPr lang="en-US" sz="165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D7E2DA"/>
                      </a:solidFill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 lIns="114300" rIns="114300" tIns="95250" bIns="38100" anchor="ctr">
                      <a:noAutofit/>
                    </a:bodyPr>
                    <a:lstStyle/>
                    <a:p>
                      <a:pPr algn="r" marL="0" indent="0">
                        <a:lnSpc>
                          <a:spcPct val="110000"/>
                        </a:lnSpc>
                        <a:buNone/>
                        <a:defRPr lang="en-US" sz="1650" b="0">
                          <a:solidFill>
                            <a:srgbClr val="173A34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pPr>
                      <a:r>
                        <a:rPr lang="en-US" sz="1650" b="0">
                          <a:solidFill>
                            <a:srgbClr val="173A3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 xml:space="preserve">−51</a:t>
                      </a:r>
                      <a:endParaRPr lang="en-US" sz="165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D7E2DA"/>
                      </a:solidFill>
                    </a:lnB>
                    <a:solidFill>
                      <a:srgbClr val="F6F8F3"/>
                    </a:solidFill>
                  </a:tcPr>
                </a:tc>
              </a:tr>
              <a:tr h="561975">
                <a:tc>
                  <a:txBody>
                    <a:bodyPr lIns="114300" rIns="114300" tIns="95250" bIns="38100" anchor="ctr">
                      <a:noAutofit/>
                    </a:bodyPr>
                    <a:lstStyle/>
                    <a:p>
                      <a:pPr algn="l" marL="0" indent="0">
                        <a:lnSpc>
                          <a:spcPct val="110000"/>
                        </a:lnSpc>
                        <a:buNone/>
                        <a:defRPr lang="en-US" sz="1650" b="0">
                          <a:solidFill>
                            <a:srgbClr val="173A34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pPr>
                      <a:r>
                        <a:rPr lang="en-US" sz="1650" b="0">
                          <a:solidFill>
                            <a:srgbClr val="173A3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 xml:space="preserve">Remove repeated remaining ads</a:t>
                      </a:r>
                      <a:endParaRPr lang="en-US" sz="165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D7E2DA"/>
                      </a:solidFill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 lIns="114300" rIns="114300" tIns="95250" bIns="38100" anchor="ctr">
                      <a:noAutofit/>
                    </a:bodyPr>
                    <a:lstStyle/>
                    <a:p>
                      <a:pPr algn="r" marL="0" indent="0">
                        <a:lnSpc>
                          <a:spcPct val="110000"/>
                        </a:lnSpc>
                        <a:buNone/>
                        <a:defRPr lang="en-US" sz="1650" b="0">
                          <a:solidFill>
                            <a:srgbClr val="173A34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pPr>
                      <a:r>
                        <a:rPr lang="en-US" sz="1650" b="0">
                          <a:solidFill>
                            <a:srgbClr val="173A3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 xml:space="preserve">−868</a:t>
                      </a:r>
                      <a:endParaRPr lang="en-US" sz="165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D7E2DA"/>
                      </a:solidFill>
                    </a:lnB>
                    <a:solidFill>
                      <a:srgbClr val="F6F8F3"/>
                    </a:solidFill>
                  </a:tcPr>
                </a:tc>
              </a:tr>
              <a:tr h="561975">
                <a:tc>
                  <a:txBody>
                    <a:bodyPr lIns="114300" rIns="114300" tIns="95250" bIns="38100" anchor="ctr">
                      <a:noAutofit/>
                    </a:bodyPr>
                    <a:lstStyle/>
                    <a:p>
                      <a:pPr algn="l" marL="0" indent="0">
                        <a:lnSpc>
                          <a:spcPct val="110000"/>
                        </a:lnSpc>
                        <a:buNone/>
                        <a:defRPr lang="en-US" sz="1650" b="1">
                          <a:solidFill>
                            <a:srgbClr val="173A34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pPr>
                      <a:r>
                        <a:rPr lang="en-US" sz="1650" b="1">
                          <a:solidFill>
                            <a:srgbClr val="173A3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 xml:space="preserve">Unique used-car listings</a:t>
                      </a:r>
                      <a:endParaRPr lang="en-US" sz="165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D7E2DA"/>
                      </a:solidFill>
                    </a:lnB>
                    <a:solidFill>
                      <a:srgbClr val="BDE5CF"/>
                    </a:solidFill>
                  </a:tcPr>
                </a:tc>
                <a:tc>
                  <a:txBody>
                    <a:bodyPr lIns="114300" rIns="114300" tIns="95250" bIns="38100" anchor="ctr">
                      <a:noAutofit/>
                    </a:bodyPr>
                    <a:lstStyle/>
                    <a:p>
                      <a:pPr algn="r" marL="0" indent="0">
                        <a:lnSpc>
                          <a:spcPct val="110000"/>
                        </a:lnSpc>
                        <a:buNone/>
                        <a:defRPr lang="en-US" sz="1650" b="1">
                          <a:solidFill>
                            <a:srgbClr val="173A34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pPr>
                      <a:r>
                        <a:rPr lang="en-US" sz="1650" b="1">
                          <a:solidFill>
                            <a:srgbClr val="173A3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 xml:space="preserve">2,553</a:t>
                      </a:r>
                      <a:endParaRPr lang="en-US" sz="165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D7E2DA"/>
                      </a:solidFill>
                    </a:lnB>
                    <a:solidFill>
                      <a:srgbClr val="BDE5CF"/>
                    </a:solidFill>
                  </a:tcPr>
                </a:tc>
              </a:tr>
            </a:tbl>
          </a:graphicData>
        </a:graphic>
      </p:graphicFrame>
      <p:sp>
        <p:nvSpPr>
          <p:cNvPr id="8" name="Text 8"/>
          <p:cNvSpPr txBox="1"/>
          <p:nvPr/>
        </p:nvSpPr>
        <p:spPr>
          <a:xfrm>
            <a:off x="723900" y="5734050"/>
            <a:ext cx="1019175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1950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950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>2025 snapshot. Individual listing dates and cities are absent.</a:t>
            </a:r>
            <a:endParaRPr lang="en-US" sz="195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 showMasterSp="0">
  <p:cSld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495300"/>
            <a:ext cx="10572750" cy="781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3300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3300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Prices have a long tail and rise with model year</a:t>
            </a:r>
            <a:endParaRPr lang="en-US" sz="3300"/>
          </a:p>
        </p:txBody>
      </p:sp>
      <p:sp>
        <p:nvSpPr>
          <p:cNvPr id="3" name="Text 3"/>
          <p:cNvSpPr txBox="1"/>
          <p:nvPr/>
        </p:nvSpPr>
        <p:spPr>
          <a:xfrm>
            <a:off x="11144250" y="6391275"/>
            <a:ext cx="381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buNone/>
              <a:defRPr lang="en-US" sz="12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2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>4</a:t>
            </a:r>
            <a:endParaRPr lang="en-US" sz="1275"/>
          </a:p>
        </p:txBody>
      </p:sp>
      <p:graphicFrame>
        <p:nvGraphicFramePr>
          <p:cNvPr id="4" name="Training listings by price band"/>
          <p:cNvGraphicFramePr/>
          <p:nvPr/>
        </p:nvGraphicFramePr>
        <p:xfrm>
          <a:off x="571500" y="1762125"/>
          <a:ext cx="5286375" cy="3286125"/>
        </p:xfrm>
        <a:graphic>
          <a:graphicData uri="http://schemas.openxmlformats.org/drawingml/2006/chart">
            <c:chart r:id="rChart1"/>
          </a:graphicData>
        </a:graphic>
      </p:graphicFrame>
      <p:graphicFrame>
        <p:nvGraphicFramePr>
          <p:cNvPr id="5" name="Median asking price by model year"/>
          <p:cNvGraphicFramePr/>
          <p:nvPr/>
        </p:nvGraphicFramePr>
        <p:xfrm>
          <a:off x="6257925" y="1762125"/>
          <a:ext cx="5286375" cy="3286125"/>
        </p:xfrm>
        <a:graphic>
          <a:graphicData uri="http://schemas.openxmlformats.org/drawingml/2006/chart">
            <c:chart r:id="rChart2"/>
          </a:graphicData>
        </a:graphic>
      </p:graphicFrame>
      <p:sp>
        <p:nvSpPr>
          <p:cNvPr id="6" name="Text 6"/>
          <p:cNvSpPr txBox="1"/>
          <p:nvPr/>
        </p:nvSpPr>
        <p:spPr>
          <a:xfrm>
            <a:off x="1009650" y="5048250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1500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500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>Asking price bands, million KZT</a:t>
            </a:r>
            <a:endParaRPr lang="en-US" sz="1500"/>
          </a:p>
        </p:txBody>
      </p:sp>
      <p:sp>
        <p:nvSpPr>
          <p:cNvPr id="7" name="Text 7"/>
          <p:cNvSpPr txBox="1"/>
          <p:nvPr/>
        </p:nvSpPr>
        <p:spPr>
          <a:xfrm>
            <a:off x="6667500" y="5048250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1500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500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>Model year; median price in million KZT</a:t>
            </a:r>
            <a:endParaRPr lang="en-US" sz="1500"/>
          </a:p>
        </p:txBody>
      </p:sp>
      <p:sp>
        <p:nvSpPr>
          <p:cNvPr id="8" name="Text 8"/>
          <p:cNvSpPr txBox="1"/>
          <p:nvPr/>
        </p:nvSpPr>
        <p:spPr>
          <a:xfrm>
            <a:off x="723900" y="5581650"/>
            <a:ext cx="523875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1875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75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Mean 9.53m exceeds median 6.70m.</a:t>
            </a:r>
            <a:endParaRPr lang="en-US" sz="1875"/>
          </a:p>
          <a:p>
            <a:pPr algn="l" marL="0" indent="0">
              <a:lnSpc>
                <a:spcPct val="110000"/>
              </a:lnSpc>
              <a:buNone/>
              <a:defRPr lang="en-US" sz="1875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75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Expensive cars pull the average upward.</a:t>
            </a:r>
            <a:endParaRPr lang="en-US" sz="1875"/>
          </a:p>
        </p:txBody>
      </p:sp>
      <p:sp>
        <p:nvSpPr>
          <p:cNvPr id="9" name="Text 9"/>
          <p:cNvSpPr txBox="1"/>
          <p:nvPr/>
        </p:nvSpPr>
        <p:spPr>
          <a:xfrm>
            <a:off x="6486525" y="5581650"/>
            <a:ext cx="493395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1875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75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Newer cars generally list for more.</a:t>
            </a:r>
            <a:endParaRPr lang="en-US" sz="1875"/>
          </a:p>
          <a:p>
            <a:pPr algn="l" marL="0" indent="0">
              <a:lnSpc>
                <a:spcPct val="110000"/>
              </a:lnSpc>
              <a:buNone/>
              <a:defRPr lang="en-US" sz="1875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75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Spearman correlation: ρ = 0.69.</a:t>
            </a:r>
            <a:endParaRPr lang="en-US" sz="1875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 showMasterSp="0">
  <p:cSld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495300"/>
            <a:ext cx="10572750" cy="781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3300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3300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Mileage and fuel add useful context</a:t>
            </a:r>
            <a:endParaRPr lang="en-US" sz="3300"/>
          </a:p>
        </p:txBody>
      </p:sp>
      <p:sp>
        <p:nvSpPr>
          <p:cNvPr id="3" name="Text 3"/>
          <p:cNvSpPr txBox="1"/>
          <p:nvPr/>
        </p:nvSpPr>
        <p:spPr>
          <a:xfrm>
            <a:off x="11144250" y="6391275"/>
            <a:ext cx="381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buNone/>
              <a:defRPr lang="en-US" sz="12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2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>5</a:t>
            </a:r>
            <a:endParaRPr lang="en-US" sz="1275"/>
          </a:p>
        </p:txBody>
      </p:sp>
      <p:graphicFrame>
        <p:nvGraphicFramePr>
          <p:cNvPr id="4" name="Mileage and asking price"/>
          <p:cNvGraphicFramePr/>
          <p:nvPr/>
        </p:nvGraphicFramePr>
        <p:xfrm>
          <a:off x="571500" y="1762125"/>
          <a:ext cx="5286375" cy="3286125"/>
        </p:xfrm>
        <a:graphic>
          <a:graphicData uri="http://schemas.openxmlformats.org/drawingml/2006/chart">
            <c:chart r:id="rChart3"/>
          </a:graphicData>
        </a:graphic>
      </p:graphicFrame>
      <p:graphicFrame>
        <p:nvGraphicFramePr>
          <p:cNvPr id="5" name="Median asking price by fuel"/>
          <p:cNvGraphicFramePr/>
          <p:nvPr/>
        </p:nvGraphicFramePr>
        <p:xfrm>
          <a:off x="6257925" y="1762125"/>
          <a:ext cx="5286375" cy="3286125"/>
        </p:xfrm>
        <a:graphic>
          <a:graphicData uri="http://schemas.openxmlformats.org/drawingml/2006/chart">
            <c:chart r:id="rChart4"/>
          </a:graphicData>
        </a:graphic>
      </p:graphicFrame>
      <p:sp>
        <p:nvSpPr>
          <p:cNvPr id="6" name="Text 6"/>
          <p:cNvSpPr txBox="1"/>
          <p:nvPr/>
        </p:nvSpPr>
        <p:spPr>
          <a:xfrm>
            <a:off x="952500" y="504825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1500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500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>Mileage, thousand km; price, million KZT</a:t>
            </a:r>
            <a:endParaRPr lang="en-US" sz="1500"/>
          </a:p>
        </p:txBody>
      </p:sp>
      <p:sp>
        <p:nvSpPr>
          <p:cNvPr id="7" name="Text 7"/>
          <p:cNvSpPr txBox="1"/>
          <p:nvPr/>
        </p:nvSpPr>
        <p:spPr>
          <a:xfrm>
            <a:off x="6638925" y="5048250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1500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500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>Fuel; median asking price in million KZT</a:t>
            </a:r>
            <a:endParaRPr lang="en-US" sz="1500"/>
          </a:p>
        </p:txBody>
      </p:sp>
      <p:sp>
        <p:nvSpPr>
          <p:cNvPr id="8" name="Text 8"/>
          <p:cNvSpPr txBox="1"/>
          <p:nvPr/>
        </p:nvSpPr>
        <p:spPr>
          <a:xfrm>
            <a:off x="723900" y="5553075"/>
            <a:ext cx="5267325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1875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75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Higher mileage usually means lower price.</a:t>
            </a:r>
            <a:endParaRPr lang="en-US" sz="1875"/>
          </a:p>
          <a:p>
            <a:pPr algn="l" marL="0" indent="0">
              <a:lnSpc>
                <a:spcPct val="110000"/>
              </a:lnSpc>
              <a:buNone/>
              <a:defRPr lang="en-US" sz="1875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75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ρ = −0.53; sample of 1,200 training cars.</a:t>
            </a:r>
            <a:endParaRPr lang="en-US" sz="1875"/>
          </a:p>
        </p:txBody>
      </p:sp>
      <p:sp>
        <p:nvSpPr>
          <p:cNvPr id="9" name="Text 9"/>
          <p:cNvSpPr txBox="1"/>
          <p:nvPr/>
        </p:nvSpPr>
        <p:spPr>
          <a:xfrm>
            <a:off x="6486525" y="5553075"/>
            <a:ext cx="5000625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1875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75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Hybrid n=22 and gas n=24 are small groups.</a:t>
            </a:r>
            <a:endParaRPr lang="en-US" sz="1875"/>
          </a:p>
          <a:p>
            <a:pPr algn="l" marL="0" indent="0">
              <a:lnSpc>
                <a:spcPct val="110000"/>
              </a:lnSpc>
              <a:buNone/>
              <a:defRPr lang="en-US" sz="1875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75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Different vehicle mixes affect the medians.</a:t>
            </a:r>
            <a:endParaRPr lang="en-US" sz="1875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 showMasterSp="0">
  <p:cSld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495300"/>
            <a:ext cx="10572750" cy="781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3300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3300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Preprocessing is fitted inside the training folds</a:t>
            </a:r>
            <a:endParaRPr lang="en-US" sz="3300"/>
          </a:p>
        </p:txBody>
      </p:sp>
      <p:sp>
        <p:nvSpPr>
          <p:cNvPr id="3" name="Text 3"/>
          <p:cNvSpPr txBox="1"/>
          <p:nvPr/>
        </p:nvSpPr>
        <p:spPr>
          <a:xfrm>
            <a:off x="11144250" y="6391275"/>
            <a:ext cx="381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buNone/>
              <a:defRPr lang="en-US" sz="12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2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>6</a:t>
            </a:r>
            <a:endParaRPr lang="en-US" sz="1275"/>
          </a:p>
        </p:txBody>
      </p:sp>
      <p:sp>
        <p:nvSpPr>
          <p:cNvPr id="4" name="Text 4"/>
          <p:cNvSpPr txBox="1"/>
          <p:nvPr/>
        </p:nvSpPr>
        <p:spPr>
          <a:xfrm>
            <a:off x="685800" y="1790700"/>
            <a:ext cx="3190875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6375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6375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1,787</a:t>
            </a:r>
            <a:endParaRPr lang="en-US" sz="6375"/>
          </a:p>
        </p:txBody>
      </p:sp>
      <p:sp>
        <p:nvSpPr>
          <p:cNvPr id="5" name="Text 5"/>
          <p:cNvSpPr txBox="1"/>
          <p:nvPr/>
        </p:nvSpPr>
        <p:spPr>
          <a:xfrm>
            <a:off x="714375" y="2952750"/>
            <a:ext cx="3190875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202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02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>Training, 70%</a:t>
            </a:r>
            <a:endParaRPr lang="en-US" sz="2025"/>
          </a:p>
        </p:txBody>
      </p:sp>
      <p:sp>
        <p:nvSpPr>
          <p:cNvPr id="6" name="Text 6"/>
          <p:cNvSpPr txBox="1"/>
          <p:nvPr/>
        </p:nvSpPr>
        <p:spPr>
          <a:xfrm>
            <a:off x="4543425" y="1790700"/>
            <a:ext cx="3190875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6375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6375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383</a:t>
            </a:r>
            <a:endParaRPr lang="en-US" sz="6375"/>
          </a:p>
        </p:txBody>
      </p:sp>
      <p:sp>
        <p:nvSpPr>
          <p:cNvPr id="7" name="Text 7"/>
          <p:cNvSpPr txBox="1"/>
          <p:nvPr/>
        </p:nvSpPr>
        <p:spPr>
          <a:xfrm>
            <a:off x="4572000" y="2952750"/>
            <a:ext cx="3190875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202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02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>Validation, 15%</a:t>
            </a:r>
            <a:endParaRPr lang="en-US" sz="2025"/>
          </a:p>
        </p:txBody>
      </p:sp>
      <p:sp>
        <p:nvSpPr>
          <p:cNvPr id="8" name="Text 8"/>
          <p:cNvSpPr txBox="1"/>
          <p:nvPr/>
        </p:nvSpPr>
        <p:spPr>
          <a:xfrm>
            <a:off x="8248650" y="1790700"/>
            <a:ext cx="3190875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6375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6375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383</a:t>
            </a:r>
            <a:endParaRPr lang="en-US" sz="6375"/>
          </a:p>
        </p:txBody>
      </p:sp>
      <p:sp>
        <p:nvSpPr>
          <p:cNvPr id="9" name="Text 9"/>
          <p:cNvSpPr txBox="1"/>
          <p:nvPr/>
        </p:nvSpPr>
        <p:spPr>
          <a:xfrm>
            <a:off x="8277225" y="2952750"/>
            <a:ext cx="3190875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202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02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>Held-out test, 15%</a:t>
            </a:r>
            <a:endParaRPr lang="en-US" sz="2025"/>
          </a:p>
        </p:txBody>
      </p:sp>
      <p:sp>
        <p:nvSpPr>
          <p:cNvPr id="10" name="Divider 10"/>
          <p:cNvSpPr/>
          <p:nvPr/>
        </p:nvSpPr>
        <p:spPr>
          <a:xfrm>
            <a:off x="685800" y="3648075"/>
            <a:ext cx="10820400" cy="0"/>
          </a:xfrm>
          <a:prstGeom prst="line">
            <a:avLst/>
          </a:prstGeom>
          <a:ln w="9525">
            <a:solidFill>
              <a:srgbClr val="D7E2DA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685800" y="4000500"/>
            <a:ext cx="3238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2100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100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Numeric features</a:t>
            </a:r>
            <a:endParaRPr lang="en-US" sz="2100"/>
          </a:p>
        </p:txBody>
      </p:sp>
      <p:sp>
        <p:nvSpPr>
          <p:cNvPr id="12" name="Text 12"/>
          <p:cNvSpPr txBox="1"/>
          <p:nvPr/>
        </p:nvSpPr>
        <p:spPr>
          <a:xfrm>
            <a:off x="685800" y="4533900"/>
            <a:ext cx="333375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18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>Median imputation and scaling</a:t>
            </a:r>
            <a:endParaRPr lang="en-US" sz="1875"/>
          </a:p>
          <a:p>
            <a:pPr algn="l" marL="0" indent="0">
              <a:lnSpc>
                <a:spcPct val="110000"/>
              </a:lnSpc>
              <a:buNone/>
              <a:defRPr lang="en-US" sz="18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>log1p(mileage), missing flag</a:t>
            </a:r>
            <a:endParaRPr lang="en-US" sz="1875"/>
          </a:p>
          <a:p>
            <a:pPr algn="l" marL="0" indent="0">
              <a:lnSpc>
                <a:spcPct val="110000"/>
              </a:lnSpc>
              <a:buNone/>
              <a:defRPr lang="en-US" sz="18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>Engine size from listing text</a:t>
            </a:r>
            <a:endParaRPr lang="en-US" sz="1875"/>
          </a:p>
        </p:txBody>
      </p:sp>
      <p:sp>
        <p:nvSpPr>
          <p:cNvPr id="13" name="Text 13"/>
          <p:cNvSpPr txBox="1"/>
          <p:nvPr/>
        </p:nvSpPr>
        <p:spPr>
          <a:xfrm>
            <a:off x="4543425" y="4000500"/>
            <a:ext cx="33337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2100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100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Categories</a:t>
            </a:r>
            <a:endParaRPr lang="en-US" sz="2100"/>
          </a:p>
        </p:txBody>
      </p:sp>
      <p:sp>
        <p:nvSpPr>
          <p:cNvPr id="14" name="Text 14"/>
          <p:cNvSpPr txBox="1"/>
          <p:nvPr/>
        </p:nvSpPr>
        <p:spPr>
          <a:xfrm>
            <a:off x="4543425" y="4533900"/>
            <a:ext cx="337185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18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>Mode imputation and one-hot</a:t>
            </a:r>
            <a:endParaRPr lang="en-US" sz="1875"/>
          </a:p>
          <a:p>
            <a:pPr algn="l" marL="0" indent="0">
              <a:lnSpc>
                <a:spcPct val="110000"/>
              </a:lnSpc>
              <a:buNone/>
              <a:defRPr lang="en-US" sz="18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>Brand, model, body and fuel</a:t>
            </a:r>
            <a:endParaRPr lang="en-US" sz="1875"/>
          </a:p>
          <a:p>
            <a:pPr algn="l" marL="0" indent="0">
              <a:lnSpc>
                <a:spcPct val="110000"/>
              </a:lnSpc>
              <a:buNone/>
              <a:defRPr lang="en-US" sz="18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>Gearbox; rare categories grouped</a:t>
            </a:r>
            <a:endParaRPr lang="en-US" sz="1875"/>
          </a:p>
        </p:txBody>
      </p:sp>
      <p:sp>
        <p:nvSpPr>
          <p:cNvPr id="15" name="Text 15"/>
          <p:cNvSpPr txBox="1"/>
          <p:nvPr/>
        </p:nvSpPr>
        <p:spPr>
          <a:xfrm>
            <a:off x="8248650" y="4000500"/>
            <a:ext cx="3248025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2100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100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Cross-validation</a:t>
            </a:r>
            <a:endParaRPr lang="en-US" sz="2100"/>
          </a:p>
        </p:txBody>
      </p:sp>
      <p:sp>
        <p:nvSpPr>
          <p:cNvPr id="16" name="Text 16"/>
          <p:cNvSpPr txBox="1"/>
          <p:nvPr/>
        </p:nvSpPr>
        <p:spPr>
          <a:xfrm>
            <a:off x="8248650" y="4533900"/>
            <a:ext cx="3286125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18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>Decision tree: 3 training folds</a:t>
            </a:r>
            <a:endParaRPr lang="en-US" sz="1875"/>
          </a:p>
          <a:p>
            <a:pPr algn="l" marL="0" indent="0">
              <a:lnSpc>
                <a:spcPct val="110000"/>
              </a:lnSpc>
              <a:buNone/>
              <a:defRPr lang="en-US" sz="18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>Best depth 10, minimum leaf 3</a:t>
            </a:r>
            <a:endParaRPr lang="en-US" sz="1875"/>
          </a:p>
          <a:p>
            <a:pPr algn="l" marL="0" indent="0">
              <a:lnSpc>
                <a:spcPct val="110000"/>
              </a:lnSpc>
              <a:buNone/>
              <a:defRPr lang="en-US" sz="18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>CV MAE: 2.86m KZT</a:t>
            </a:r>
            <a:endParaRPr lang="en-US" sz="1875"/>
          </a:p>
        </p:txBody>
      </p:sp>
      <p:sp>
        <p:nvSpPr>
          <p:cNvPr id="17" name="Text 17"/>
          <p:cNvSpPr txBox="1"/>
          <p:nvPr/>
        </p:nvSpPr>
        <p:spPr>
          <a:xfrm>
            <a:off x="685800" y="5943600"/>
            <a:ext cx="10382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1875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75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Deduplicate before splitting. Choose the model on validation; test after selection.</a:t>
            </a:r>
            <a:endParaRPr lang="en-US" sz="1875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 showMasterSp="0">
  <p:cSld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495300"/>
            <a:ext cx="10572750" cy="781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3300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3300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KNN has the lowest validation MAE</a:t>
            </a:r>
            <a:endParaRPr lang="en-US" sz="3300"/>
          </a:p>
        </p:txBody>
      </p:sp>
      <p:sp>
        <p:nvSpPr>
          <p:cNvPr id="3" name="Text 3"/>
          <p:cNvSpPr txBox="1"/>
          <p:nvPr/>
        </p:nvSpPr>
        <p:spPr>
          <a:xfrm>
            <a:off x="11144250" y="6391275"/>
            <a:ext cx="381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buNone/>
              <a:defRPr lang="en-US" sz="12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2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>7</a:t>
            </a:r>
            <a:endParaRPr lang="en-US" sz="1275"/>
          </a:p>
        </p:txBody>
      </p:sp>
      <p:graphicFrame>
        <p:nvGraphicFramePr>
          <p:cNvPr id="4" name="Validation MAE, million KZT"/>
          <p:cNvGraphicFramePr/>
          <p:nvPr/>
        </p:nvGraphicFramePr>
        <p:xfrm>
          <a:off x="571500" y="1771650"/>
          <a:ext cx="6334125" cy="3476625"/>
        </p:xfrm>
        <a:graphic>
          <a:graphicData uri="http://schemas.openxmlformats.org/drawingml/2006/chart">
            <c:chart r:id="rChart5"/>
          </a:graphicData>
        </a:graphic>
      </p:graphicFrame>
      <p:graphicFrame>
        <p:nvGraphicFramePr>
          <p:cNvPr id="5" name="Editable data table"/>
          <p:cNvGraphicFramePr/>
          <p:nvPr/>
        </p:nvGraphicFramePr>
        <p:xfrm>
          <a:off x="7362825" y="2009775"/>
          <a:ext cx="4143375" cy="290512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95425"/>
                <a:gridCol w="1504950"/>
                <a:gridCol w="1143000"/>
              </a:tblGrid>
              <a:tr h="581025">
                <a:tc>
                  <a:txBody>
                    <a:bodyPr lIns="114300" rIns="114300" tIns="95250" bIns="38100" anchor="ctr">
                      <a:noAutofit/>
                    </a:bodyPr>
                    <a:lstStyle/>
                    <a:p>
                      <a:pPr algn="l" marL="0" indent="0">
                        <a:lnSpc>
                          <a:spcPct val="110000"/>
                        </a:lnSpc>
                        <a:buNone/>
                        <a:defRPr lang="en-US"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pPr>
                      <a:r>
                        <a:rPr lang="en-US"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 xml:space="preserve">Model</a:t>
                      </a:r>
                      <a:endParaRPr lang="en-US" sz="165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D7E2DA"/>
                      </a:solidFill>
                    </a:lnB>
                    <a:solidFill>
                      <a:srgbClr val="123C36"/>
                    </a:solidFill>
                  </a:tcPr>
                </a:tc>
                <a:tc>
                  <a:txBody>
                    <a:bodyPr lIns="114300" rIns="114300" tIns="95250" bIns="38100" anchor="ctr">
                      <a:noAutofit/>
                    </a:bodyPr>
                    <a:lstStyle/>
                    <a:p>
                      <a:pPr algn="r" marL="0" indent="0">
                        <a:lnSpc>
                          <a:spcPct val="110000"/>
                        </a:lnSpc>
                        <a:buNone/>
                        <a:defRPr lang="en-US"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pPr>
                      <a:r>
                        <a:rPr lang="en-US"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 xml:space="preserve">RMSE, m₸</a:t>
                      </a:r>
                      <a:endParaRPr lang="en-US" sz="165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D7E2DA"/>
                      </a:solidFill>
                    </a:lnB>
                    <a:solidFill>
                      <a:srgbClr val="123C36"/>
                    </a:solidFill>
                  </a:tcPr>
                </a:tc>
                <a:tc>
                  <a:txBody>
                    <a:bodyPr lIns="114300" rIns="114300" tIns="95250" bIns="38100" anchor="ctr">
                      <a:noAutofit/>
                    </a:bodyPr>
                    <a:lstStyle/>
                    <a:p>
                      <a:pPr algn="r" marL="0" indent="0">
                        <a:lnSpc>
                          <a:spcPct val="110000"/>
                        </a:lnSpc>
                        <a:buNone/>
                        <a:defRPr lang="en-US"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pPr>
                      <a:r>
                        <a:rPr lang="en-US"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 xml:space="preserve">R²</a:t>
                      </a:r>
                      <a:endParaRPr lang="en-US" sz="165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D7E2DA"/>
                      </a:solidFill>
                    </a:lnB>
                    <a:solidFill>
                      <a:srgbClr val="123C36"/>
                    </a:solidFill>
                  </a:tcPr>
                </a:tc>
              </a:tr>
              <a:tr h="581025">
                <a:tc>
                  <a:txBody>
                    <a:bodyPr lIns="114300" rIns="114300" tIns="95250" bIns="38100" anchor="ctr">
                      <a:noAutofit/>
                    </a:bodyPr>
                    <a:lstStyle/>
                    <a:p>
                      <a:pPr algn="l" marL="0" indent="0">
                        <a:lnSpc>
                          <a:spcPct val="110000"/>
                        </a:lnSpc>
                        <a:buNone/>
                        <a:defRPr lang="en-US" sz="1650" b="0">
                          <a:solidFill>
                            <a:srgbClr val="173A34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pPr>
                      <a:r>
                        <a:rPr lang="en-US" sz="1650" b="0">
                          <a:solidFill>
                            <a:srgbClr val="173A3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 xml:space="preserve">Median</a:t>
                      </a:r>
                      <a:endParaRPr lang="en-US" sz="165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D7E2DA"/>
                      </a:solidFill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 lIns="114300" rIns="114300" tIns="95250" bIns="38100" anchor="ctr">
                      <a:noAutofit/>
                    </a:bodyPr>
                    <a:lstStyle/>
                    <a:p>
                      <a:pPr algn="r" marL="0" indent="0">
                        <a:lnSpc>
                          <a:spcPct val="110000"/>
                        </a:lnSpc>
                        <a:buNone/>
                        <a:defRPr lang="en-US" sz="1650" b="0">
                          <a:solidFill>
                            <a:srgbClr val="173A34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pPr>
                      <a:r>
                        <a:rPr lang="en-US" sz="1650" b="0">
                          <a:solidFill>
                            <a:srgbClr val="173A3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 xml:space="preserve">15.00</a:t>
                      </a:r>
                      <a:endParaRPr lang="en-US" sz="165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D7E2DA"/>
                      </a:solidFill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 lIns="114300" rIns="114300" tIns="95250" bIns="38100" anchor="ctr">
                      <a:noAutofit/>
                    </a:bodyPr>
                    <a:lstStyle/>
                    <a:p>
                      <a:pPr algn="r" marL="0" indent="0">
                        <a:lnSpc>
                          <a:spcPct val="110000"/>
                        </a:lnSpc>
                        <a:buNone/>
                        <a:defRPr lang="en-US" sz="1650" b="0">
                          <a:solidFill>
                            <a:srgbClr val="173A34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pPr>
                      <a:r>
                        <a:rPr lang="en-US" sz="1650" b="0">
                          <a:solidFill>
                            <a:srgbClr val="173A3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 xml:space="preserve">-0.05</a:t>
                      </a:r>
                      <a:endParaRPr lang="en-US" sz="165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D7E2DA"/>
                      </a:solidFill>
                    </a:lnB>
                    <a:solidFill>
                      <a:srgbClr val="F6F8F3"/>
                    </a:solidFill>
                  </a:tcPr>
                </a:tc>
              </a:tr>
              <a:tr h="581025">
                <a:tc>
                  <a:txBody>
                    <a:bodyPr lIns="114300" rIns="114300" tIns="95250" bIns="38100" anchor="ctr">
                      <a:noAutofit/>
                    </a:bodyPr>
                    <a:lstStyle/>
                    <a:p>
                      <a:pPr algn="l" marL="0" indent="0">
                        <a:lnSpc>
                          <a:spcPct val="110000"/>
                        </a:lnSpc>
                        <a:buNone/>
                        <a:defRPr lang="en-US" sz="1650" b="0">
                          <a:solidFill>
                            <a:srgbClr val="173A34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pPr>
                      <a:r>
                        <a:rPr lang="en-US" sz="1650" b="0">
                          <a:solidFill>
                            <a:srgbClr val="173A3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 xml:space="preserve">Linear</a:t>
                      </a:r>
                      <a:endParaRPr lang="en-US" sz="165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D7E2DA"/>
                      </a:solidFill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 lIns="114300" rIns="114300" tIns="95250" bIns="38100" anchor="ctr">
                      <a:noAutofit/>
                    </a:bodyPr>
                    <a:lstStyle/>
                    <a:p>
                      <a:pPr algn="r" marL="0" indent="0">
                        <a:lnSpc>
                          <a:spcPct val="110000"/>
                        </a:lnSpc>
                        <a:buNone/>
                        <a:defRPr lang="en-US" sz="1650" b="0">
                          <a:solidFill>
                            <a:srgbClr val="173A34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pPr>
                      <a:r>
                        <a:rPr lang="en-US" sz="1650" b="0">
                          <a:solidFill>
                            <a:srgbClr val="173A3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 xml:space="preserve">12.25</a:t>
                      </a:r>
                      <a:endParaRPr lang="en-US" sz="165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D7E2DA"/>
                      </a:solidFill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 lIns="114300" rIns="114300" tIns="95250" bIns="38100" anchor="ctr">
                      <a:noAutofit/>
                    </a:bodyPr>
                    <a:lstStyle/>
                    <a:p>
                      <a:pPr algn="r" marL="0" indent="0">
                        <a:lnSpc>
                          <a:spcPct val="110000"/>
                        </a:lnSpc>
                        <a:buNone/>
                        <a:defRPr lang="en-US" sz="1650" b="0">
                          <a:solidFill>
                            <a:srgbClr val="173A34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pPr>
                      <a:r>
                        <a:rPr lang="en-US" sz="1650" b="0">
                          <a:solidFill>
                            <a:srgbClr val="173A3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 xml:space="preserve">0.30</a:t>
                      </a:r>
                      <a:endParaRPr lang="en-US" sz="165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D7E2DA"/>
                      </a:solidFill>
                    </a:lnB>
                    <a:solidFill>
                      <a:srgbClr val="F6F8F3"/>
                    </a:solidFill>
                  </a:tcPr>
                </a:tc>
              </a:tr>
              <a:tr h="581025">
                <a:tc>
                  <a:txBody>
                    <a:bodyPr lIns="114300" rIns="114300" tIns="95250" bIns="38100" anchor="ctr">
                      <a:noAutofit/>
                    </a:bodyPr>
                    <a:lstStyle/>
                    <a:p>
                      <a:pPr algn="l" marL="0" indent="0">
                        <a:lnSpc>
                          <a:spcPct val="110000"/>
                        </a:lnSpc>
                        <a:buNone/>
                        <a:defRPr lang="en-US" sz="1650" b="0">
                          <a:solidFill>
                            <a:srgbClr val="173A34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pPr>
                      <a:r>
                        <a:rPr lang="en-US" sz="1650" b="0">
                          <a:solidFill>
                            <a:srgbClr val="173A3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 xml:space="preserve">Tree</a:t>
                      </a:r>
                      <a:endParaRPr lang="en-US" sz="165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D7E2DA"/>
                      </a:solidFill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 lIns="114300" rIns="114300" tIns="95250" bIns="38100" anchor="ctr">
                      <a:noAutofit/>
                    </a:bodyPr>
                    <a:lstStyle/>
                    <a:p>
                      <a:pPr algn="r" marL="0" indent="0">
                        <a:lnSpc>
                          <a:spcPct val="110000"/>
                        </a:lnSpc>
                        <a:buNone/>
                        <a:defRPr lang="en-US" sz="1650" b="0">
                          <a:solidFill>
                            <a:srgbClr val="173A34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pPr>
                      <a:r>
                        <a:rPr lang="en-US" sz="1650" b="0">
                          <a:solidFill>
                            <a:srgbClr val="173A3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 xml:space="preserve">9.78</a:t>
                      </a:r>
                      <a:endParaRPr lang="en-US" sz="165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D7E2DA"/>
                      </a:solidFill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 lIns="114300" rIns="114300" tIns="95250" bIns="38100" anchor="ctr">
                      <a:noAutofit/>
                    </a:bodyPr>
                    <a:lstStyle/>
                    <a:p>
                      <a:pPr algn="r" marL="0" indent="0">
                        <a:lnSpc>
                          <a:spcPct val="110000"/>
                        </a:lnSpc>
                        <a:buNone/>
                        <a:defRPr lang="en-US" sz="1650" b="0">
                          <a:solidFill>
                            <a:srgbClr val="173A34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pPr>
                      <a:r>
                        <a:rPr lang="en-US" sz="1650" b="0">
                          <a:solidFill>
                            <a:srgbClr val="173A3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 xml:space="preserve">0.55</a:t>
                      </a:r>
                      <a:endParaRPr lang="en-US" sz="165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D7E2DA"/>
                      </a:solidFill>
                    </a:lnB>
                    <a:solidFill>
                      <a:srgbClr val="F6F8F3"/>
                    </a:solidFill>
                  </a:tcPr>
                </a:tc>
              </a:tr>
              <a:tr h="581025">
                <a:tc>
                  <a:txBody>
                    <a:bodyPr lIns="114300" rIns="114300" tIns="95250" bIns="38100" anchor="ctr">
                      <a:noAutofit/>
                    </a:bodyPr>
                    <a:lstStyle/>
                    <a:p>
                      <a:pPr algn="l" marL="0" indent="0">
                        <a:lnSpc>
                          <a:spcPct val="110000"/>
                        </a:lnSpc>
                        <a:buNone/>
                        <a:defRPr lang="en-US" sz="1650" b="1">
                          <a:solidFill>
                            <a:srgbClr val="173A34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pPr>
                      <a:r>
                        <a:rPr lang="en-US" sz="1650" b="1">
                          <a:solidFill>
                            <a:srgbClr val="173A3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 xml:space="preserve">KNN</a:t>
                      </a:r>
                      <a:endParaRPr lang="en-US" sz="165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D7E2DA"/>
                      </a:solidFill>
                    </a:lnB>
                    <a:solidFill>
                      <a:srgbClr val="BDE5CF"/>
                    </a:solidFill>
                  </a:tcPr>
                </a:tc>
                <a:tc>
                  <a:txBody>
                    <a:bodyPr lIns="114300" rIns="114300" tIns="95250" bIns="38100" anchor="ctr">
                      <a:noAutofit/>
                    </a:bodyPr>
                    <a:lstStyle/>
                    <a:p>
                      <a:pPr algn="r" marL="0" indent="0">
                        <a:lnSpc>
                          <a:spcPct val="110000"/>
                        </a:lnSpc>
                        <a:buNone/>
                        <a:defRPr lang="en-US" sz="1650" b="1">
                          <a:solidFill>
                            <a:srgbClr val="173A34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pPr>
                      <a:r>
                        <a:rPr lang="en-US" sz="1650" b="1">
                          <a:solidFill>
                            <a:srgbClr val="173A3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 xml:space="preserve">11.46</a:t>
                      </a:r>
                      <a:endParaRPr lang="en-US" sz="165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D7E2DA"/>
                      </a:solidFill>
                    </a:lnB>
                    <a:solidFill>
                      <a:srgbClr val="BDE5CF"/>
                    </a:solidFill>
                  </a:tcPr>
                </a:tc>
                <a:tc>
                  <a:txBody>
                    <a:bodyPr lIns="114300" rIns="114300" tIns="95250" bIns="38100" anchor="ctr">
                      <a:noAutofit/>
                    </a:bodyPr>
                    <a:lstStyle/>
                    <a:p>
                      <a:pPr algn="r" marL="0" indent="0">
                        <a:lnSpc>
                          <a:spcPct val="110000"/>
                        </a:lnSpc>
                        <a:buNone/>
                        <a:defRPr lang="en-US" sz="1650" b="1">
                          <a:solidFill>
                            <a:srgbClr val="173A34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pPr>
                      <a:r>
                        <a:rPr lang="en-US" sz="1650" b="1">
                          <a:solidFill>
                            <a:srgbClr val="173A3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 xml:space="preserve">0.39</a:t>
                      </a:r>
                      <a:endParaRPr lang="en-US" sz="165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D7E2DA"/>
                      </a:solidFill>
                    </a:lnB>
                    <a:solidFill>
                      <a:srgbClr val="BDE5CF"/>
                    </a:solidFill>
                  </a:tcPr>
                </a:tc>
              </a:tr>
            </a:tbl>
          </a:graphicData>
        </a:graphic>
      </p:graphicFrame>
      <p:sp>
        <p:nvSpPr>
          <p:cNvPr id="6" name="Text 6"/>
          <p:cNvSpPr txBox="1"/>
          <p:nvPr/>
        </p:nvSpPr>
        <p:spPr>
          <a:xfrm>
            <a:off x="714375" y="5543550"/>
            <a:ext cx="106680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1950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950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MAE determines selection; RMSE and R² provide additional context.</a:t>
            </a:r>
            <a:endParaRPr lang="en-US" sz="1950"/>
          </a:p>
        </p:txBody>
      </p:sp>
      <p:sp>
        <p:nvSpPr>
          <p:cNvPr id="7" name="Text 7"/>
          <p:cNvSpPr txBox="1"/>
          <p:nvPr/>
        </p:nvSpPr>
        <p:spPr>
          <a:xfrm>
            <a:off x="714375" y="5962650"/>
            <a:ext cx="10382250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1800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00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>KNN: 15 neighbours, distance weighting. Selected before inspecting the test set.</a:t>
            </a:r>
            <a:endParaRPr lang="en-US" sz="18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 showMasterSp="0">
  <p:cSld>
    <p:bg>
      <p:bgPr>
        <a:solidFill>
          <a:srgbClr val="123C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495300"/>
            <a:ext cx="10572750" cy="781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 xml:space="preserve">The held-out test confirms the improvement</a:t>
            </a:r>
            <a:endParaRPr lang="en-US" sz="3300"/>
          </a:p>
        </p:txBody>
      </p:sp>
      <p:sp>
        <p:nvSpPr>
          <p:cNvPr id="3" name="Text 3"/>
          <p:cNvSpPr txBox="1"/>
          <p:nvPr/>
        </p:nvSpPr>
        <p:spPr>
          <a:xfrm>
            <a:off x="11144250" y="6391275"/>
            <a:ext cx="381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buNone/>
              <a:defRPr lang="en-US" sz="1275" b="0">
                <a:solidFill>
                  <a:srgbClr val="BDE5CF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275" b="0">
                <a:solidFill>
                  <a:srgbClr val="BDE5CF"/>
                </a:solidFill>
                <a:latin typeface="Helvetica Neue"/>
                <a:ea typeface="Helvetica Neue"/>
                <a:cs typeface="Helvetica Neue"/>
              </a:rPr>
              <a:t xml:space="preserve">8</a:t>
            </a:r>
            <a:endParaRPr lang="en-US" sz="1275"/>
          </a:p>
        </p:txBody>
      </p:sp>
      <p:sp>
        <p:nvSpPr>
          <p:cNvPr id="4" name="Text 4"/>
          <p:cNvSpPr txBox="1"/>
          <p:nvPr/>
        </p:nvSpPr>
        <p:spPr>
          <a:xfrm>
            <a:off x="685800" y="1828800"/>
            <a:ext cx="6096000" cy="1571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10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0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 xml:space="preserve">58.9%</a:t>
            </a:r>
            <a:endParaRPr lang="en-US" sz="10050"/>
          </a:p>
        </p:txBody>
      </p:sp>
      <p:sp>
        <p:nvSpPr>
          <p:cNvPr id="5" name="Text 5"/>
          <p:cNvSpPr txBox="1"/>
          <p:nvPr/>
        </p:nvSpPr>
        <p:spPr>
          <a:xfrm>
            <a:off x="762000" y="3724275"/>
            <a:ext cx="5429250" cy="971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2625" b="0">
                <a:solidFill>
                  <a:srgbClr val="BDE5CF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625" b="0">
                <a:solidFill>
                  <a:srgbClr val="BDE5CF"/>
                </a:solidFill>
                <a:latin typeface="Helvetica Neue"/>
                <a:ea typeface="Helvetica Neue"/>
                <a:cs typeface="Helvetica Neue"/>
              </a:rPr>
              <a:t xml:space="preserve">lower test MAE</a:t>
            </a:r>
            <a:endParaRPr lang="en-US" sz="2625"/>
          </a:p>
          <a:p>
            <a:pPr algn="l" marL="0" indent="0">
              <a:lnSpc>
                <a:spcPct val="110000"/>
              </a:lnSpc>
              <a:buNone/>
              <a:defRPr lang="en-US" sz="2625" b="0">
                <a:solidFill>
                  <a:srgbClr val="BDE5CF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625" b="0">
                <a:solidFill>
                  <a:srgbClr val="BDE5CF"/>
                </a:solidFill>
                <a:latin typeface="Helvetica Neue"/>
                <a:ea typeface="Helvetica Neue"/>
                <a:cs typeface="Helvetica Neue"/>
              </a:rPr>
              <a:t xml:space="preserve">than the median baseline</a:t>
            </a:r>
            <a:endParaRPr lang="en-US" sz="2625"/>
          </a:p>
        </p:txBody>
      </p:sp>
      <p:sp>
        <p:nvSpPr>
          <p:cNvPr id="6" name="Text 6"/>
          <p:cNvSpPr txBox="1"/>
          <p:nvPr/>
        </p:nvSpPr>
        <p:spPr>
          <a:xfrm>
            <a:off x="762000" y="4962525"/>
            <a:ext cx="5524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 xml:space="preserve">The 20% success criterion is met</a:t>
            </a:r>
            <a:endParaRPr lang="en-US" sz="1950"/>
          </a:p>
        </p:txBody>
      </p:sp>
      <p:graphicFrame>
        <p:nvGraphicFramePr>
          <p:cNvPr id="7" name="Test MAE, million KZT"/>
          <p:cNvGraphicFramePr/>
          <p:nvPr/>
        </p:nvGraphicFramePr>
        <p:xfrm>
          <a:off x="7086600" y="1943100"/>
          <a:ext cx="4400550" cy="3333750"/>
        </p:xfrm>
        <a:graphic>
          <a:graphicData uri="http://schemas.openxmlformats.org/drawingml/2006/chart">
            <c:chart r:id="rChart6"/>
          </a:graphicData>
        </a:graphic>
      </p:graphicFrame>
      <p:sp>
        <p:nvSpPr>
          <p:cNvPr id="8" name="Divider 8"/>
          <p:cNvSpPr/>
          <p:nvPr/>
        </p:nvSpPr>
        <p:spPr>
          <a:xfrm>
            <a:off x="762000" y="5648325"/>
            <a:ext cx="10648950" cy="0"/>
          </a:xfrm>
          <a:prstGeom prst="line">
            <a:avLst/>
          </a:prstGeom>
          <a:ln w="9525">
            <a:solidFill>
              <a:srgbClr val="446D5F"/>
            </a:solidFill>
            <a:prstDash val="solid"/>
          </a:ln>
        </p:spPr>
      </p:sp>
      <p:sp>
        <p:nvSpPr>
          <p:cNvPr id="9" name="Text 9"/>
          <p:cNvSpPr txBox="1"/>
          <p:nvPr/>
        </p:nvSpPr>
        <p:spPr>
          <a:xfrm>
            <a:off x="762000" y="5962650"/>
            <a:ext cx="4762500" cy="4095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 xml:space="preserve">Test MAE  2.445m KZT</a:t>
            </a:r>
            <a:endParaRPr lang="en-US" sz="2025"/>
          </a:p>
        </p:txBody>
      </p:sp>
      <p:sp>
        <p:nvSpPr>
          <p:cNvPr id="10" name="Text 10"/>
          <p:cNvSpPr txBox="1"/>
          <p:nvPr/>
        </p:nvSpPr>
        <p:spPr>
          <a:xfrm>
            <a:off x="6715125" y="5962650"/>
            <a:ext cx="4667250" cy="4095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 xml:space="preserve">RMSE  5.892m KZT      R²  0.715</a:t>
            </a:r>
            <a:endParaRPr lang="en-US" sz="2025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 showMasterSp="0">
  <p:cSld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495300"/>
            <a:ext cx="10572750" cy="781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3300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3300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Expensive cars remain the hardest segment</a:t>
            </a:r>
            <a:endParaRPr lang="en-US" sz="3300"/>
          </a:p>
        </p:txBody>
      </p:sp>
      <p:sp>
        <p:nvSpPr>
          <p:cNvPr id="3" name="Text 3"/>
          <p:cNvSpPr txBox="1"/>
          <p:nvPr/>
        </p:nvSpPr>
        <p:spPr>
          <a:xfrm>
            <a:off x="11144250" y="6391275"/>
            <a:ext cx="381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buNone/>
              <a:defRPr lang="en-US" sz="12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2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>9</a:t>
            </a:r>
            <a:endParaRPr lang="en-US" sz="1275"/>
          </a:p>
        </p:txBody>
      </p:sp>
      <p:graphicFrame>
        <p:nvGraphicFramePr>
          <p:cNvPr id="4" name="Test MAE by training-price band, million KZT"/>
          <p:cNvGraphicFramePr/>
          <p:nvPr/>
        </p:nvGraphicFramePr>
        <p:xfrm>
          <a:off x="571500" y="1819275"/>
          <a:ext cx="6572250" cy="3429000"/>
        </p:xfrm>
        <a:graphic>
          <a:graphicData uri="http://schemas.openxmlformats.org/drawingml/2006/chart">
            <c:chart r:id="rChart7"/>
          </a:graphicData>
        </a:graphic>
      </p:graphicFrame>
      <p:sp>
        <p:nvSpPr>
          <p:cNvPr id="5" name="Text 5"/>
          <p:cNvSpPr txBox="1"/>
          <p:nvPr/>
        </p:nvSpPr>
        <p:spPr>
          <a:xfrm>
            <a:off x="7953375" y="2009775"/>
            <a:ext cx="34290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6225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6225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6.44m</a:t>
            </a:r>
            <a:endParaRPr lang="en-US" sz="6225"/>
          </a:p>
        </p:txBody>
      </p:sp>
      <p:sp>
        <p:nvSpPr>
          <p:cNvPr id="6" name="Text 6"/>
          <p:cNvSpPr txBox="1"/>
          <p:nvPr/>
        </p:nvSpPr>
        <p:spPr>
          <a:xfrm>
            <a:off x="8001000" y="3124200"/>
            <a:ext cx="3419475" cy="885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21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1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>KZT mean absolute error</a:t>
            </a:r>
            <a:endParaRPr lang="en-US" sz="2175"/>
          </a:p>
          <a:p>
            <a:pPr algn="l" marL="0" indent="0">
              <a:lnSpc>
                <a:spcPct val="110000"/>
              </a:lnSpc>
              <a:buNone/>
              <a:defRPr lang="en-US" sz="21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1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>in the highest price band</a:t>
            </a:r>
            <a:endParaRPr lang="en-US" sz="2175"/>
          </a:p>
        </p:txBody>
      </p:sp>
      <p:sp>
        <p:nvSpPr>
          <p:cNvPr id="7" name="Text 7"/>
          <p:cNvSpPr txBox="1"/>
          <p:nvPr/>
        </p:nvSpPr>
        <p:spPr>
          <a:xfrm>
            <a:off x="8001000" y="4524375"/>
            <a:ext cx="3429000" cy="819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210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10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Compare with 1.13m KZT</a:t>
            </a:r>
            <a:endParaRPr lang="en-US" sz="2100"/>
          </a:p>
          <a:p>
            <a:pPr algn="l" marL="0" indent="0">
              <a:lnSpc>
                <a:spcPct val="110000"/>
              </a:lnSpc>
              <a:buNone/>
              <a:defRPr lang="en-US" sz="210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10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in the lowest price band.</a:t>
            </a:r>
            <a:endParaRPr lang="en-US" sz="2100"/>
          </a:p>
        </p:txBody>
      </p:sp>
      <p:sp>
        <p:nvSpPr>
          <p:cNvPr id="8" name="Text 8"/>
          <p:cNvSpPr txBox="1"/>
          <p:nvPr/>
        </p:nvSpPr>
        <p:spPr>
          <a:xfrm>
            <a:off x="1000125" y="5276850"/>
            <a:ext cx="6229350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15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5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>Test counts: Q1 112, Q2 100, Q3 87, Q4 84</a:t>
            </a:r>
            <a:endParaRPr lang="en-US" sz="1575"/>
          </a:p>
        </p:txBody>
      </p:sp>
      <p:sp>
        <p:nvSpPr>
          <p:cNvPr id="9" name="Divider 9"/>
          <p:cNvSpPr/>
          <p:nvPr/>
        </p:nvSpPr>
        <p:spPr>
          <a:xfrm>
            <a:off x="714375" y="5800725"/>
            <a:ext cx="10763250" cy="0"/>
          </a:xfrm>
          <a:prstGeom prst="line">
            <a:avLst/>
          </a:prstGeom>
          <a:ln w="9525">
            <a:solidFill>
              <a:srgbClr val="D7E2DA"/>
            </a:solidFill>
            <a:prstDash val="solid"/>
          </a:ln>
        </p:spPr>
      </p:sp>
      <p:sp>
        <p:nvSpPr>
          <p:cNvPr id="10" name="Text 10"/>
          <p:cNvSpPr txBox="1"/>
          <p:nvPr/>
        </p:nvSpPr>
        <p:spPr>
          <a:xfrm>
            <a:off x="714375" y="6000750"/>
            <a:ext cx="10334625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180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00" b="0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Band boundaries come from training prices. The error pattern guides the next stage.</a:t>
            </a:r>
            <a:endParaRPr lang="en-US" sz="18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 showMasterSp="0">
  <p:cSld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495300"/>
            <a:ext cx="10572750" cy="781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3300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3300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Limitations and the final-stage plan</a:t>
            </a:r>
            <a:endParaRPr lang="en-US" sz="3300"/>
          </a:p>
        </p:txBody>
      </p:sp>
      <p:sp>
        <p:nvSpPr>
          <p:cNvPr id="3" name="Text 3"/>
          <p:cNvSpPr txBox="1"/>
          <p:nvPr/>
        </p:nvSpPr>
        <p:spPr>
          <a:xfrm>
            <a:off x="11144250" y="6391275"/>
            <a:ext cx="381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buNone/>
              <a:defRPr lang="en-US" sz="12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2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>10</a:t>
            </a:r>
            <a:endParaRPr lang="en-US" sz="1275"/>
          </a:p>
        </p:txBody>
      </p:sp>
      <p:sp>
        <p:nvSpPr>
          <p:cNvPr id="4" name="Text 4"/>
          <p:cNvSpPr txBox="1"/>
          <p:nvPr/>
        </p:nvSpPr>
        <p:spPr>
          <a:xfrm>
            <a:off x="685800" y="1790700"/>
            <a:ext cx="52197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2175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175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What the data cannot tell us</a:t>
            </a:r>
            <a:endParaRPr lang="en-US" sz="2175"/>
          </a:p>
        </p:txBody>
      </p:sp>
      <p:sp>
        <p:nvSpPr>
          <p:cNvPr id="5" name="Text 5"/>
          <p:cNvSpPr txBox="1"/>
          <p:nvPr/>
        </p:nvSpPr>
        <p:spPr>
          <a:xfrm>
            <a:off x="685800" y="2609850"/>
            <a:ext cx="5191125" cy="15906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21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1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>Prices reflect a 2025 public snapshot.</a:t>
            </a:r>
            <a:endParaRPr lang="en-US" sz="2175"/>
          </a:p>
          <a:p>
            <a:pPr algn="l" marL="0" indent="0">
              <a:lnSpc>
                <a:spcPct val="110000"/>
              </a:lnSpc>
              <a:buNone/>
              <a:defRPr lang="en-US" sz="21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1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>City, listing date and condition are absent.</a:t>
            </a:r>
            <a:endParaRPr lang="en-US" sz="2175"/>
          </a:p>
          <a:p>
            <a:pPr algn="l" marL="0" indent="0">
              <a:lnSpc>
                <a:spcPct val="110000"/>
              </a:lnSpc>
              <a:buNone/>
              <a:defRPr lang="en-US" sz="21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1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>Asking prices differ from sale prices.</a:t>
            </a:r>
            <a:endParaRPr lang="en-US" sz="2175"/>
          </a:p>
        </p:txBody>
      </p:sp>
      <p:sp>
        <p:nvSpPr>
          <p:cNvPr id="6" name="Text 6"/>
          <p:cNvSpPr txBox="1"/>
          <p:nvPr/>
        </p:nvSpPr>
        <p:spPr>
          <a:xfrm>
            <a:off x="6600825" y="1790700"/>
            <a:ext cx="495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2175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175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What we will do next</a:t>
            </a:r>
            <a:endParaRPr lang="en-US" sz="2175"/>
          </a:p>
        </p:txBody>
      </p:sp>
      <p:sp>
        <p:nvSpPr>
          <p:cNvPr id="7" name="Text 7"/>
          <p:cNvSpPr txBox="1"/>
          <p:nvPr/>
        </p:nvSpPr>
        <p:spPr>
          <a:xfrm>
            <a:off x="6600825" y="2609850"/>
            <a:ext cx="4962525" cy="198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2100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100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>Obtain a licensed, dated 2026 sample.</a:t>
            </a:r>
            <a:endParaRPr lang="en-US" sz="2100"/>
          </a:p>
          <a:p>
            <a:pPr algn="l" marL="0" indent="0">
              <a:lnSpc>
                <a:spcPct val="110000"/>
              </a:lnSpc>
              <a:buNone/>
              <a:defRPr lang="en-US" sz="2100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100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>Add city and condition if available.</a:t>
            </a:r>
            <a:endParaRPr lang="en-US" sz="2100"/>
          </a:p>
          <a:p>
            <a:pPr algn="l" marL="0" indent="0">
              <a:lnSpc>
                <a:spcPct val="110000"/>
              </a:lnSpc>
              <a:buNone/>
              <a:defRPr lang="en-US" sz="2100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100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>Compare ensembles using training CV.</a:t>
            </a:r>
            <a:endParaRPr lang="en-US" sz="2100"/>
          </a:p>
          <a:p>
            <a:pPr algn="l" marL="0" indent="0">
              <a:lnSpc>
                <a:spcPct val="110000"/>
              </a:lnSpc>
              <a:buNone/>
              <a:defRPr lang="en-US" sz="2100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100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>Test later listings and price segments.</a:t>
            </a:r>
            <a:endParaRPr lang="en-US" sz="2100"/>
          </a:p>
        </p:txBody>
      </p:sp>
      <p:sp>
        <p:nvSpPr>
          <p:cNvPr id="8" name="Divider 8"/>
          <p:cNvSpPr/>
          <p:nvPr/>
        </p:nvSpPr>
        <p:spPr>
          <a:xfrm>
            <a:off x="685800" y="5210175"/>
            <a:ext cx="10820400" cy="0"/>
          </a:xfrm>
          <a:prstGeom prst="line">
            <a:avLst/>
          </a:prstGeom>
          <a:ln w="9525">
            <a:solidFill>
              <a:srgbClr val="D7E2DA"/>
            </a:solidFill>
            <a:prstDash val="solid"/>
          </a:ln>
        </p:spPr>
      </p:sp>
      <p:sp>
        <p:nvSpPr>
          <p:cNvPr id="9" name="Text 9"/>
          <p:cNvSpPr txBox="1"/>
          <p:nvPr/>
        </p:nvSpPr>
        <p:spPr>
          <a:xfrm>
            <a:off x="714375" y="5543550"/>
            <a:ext cx="50482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2175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175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Алишер Ахмет</a:t>
            </a:r>
            <a:endParaRPr lang="en-US" sz="2175"/>
          </a:p>
        </p:txBody>
      </p:sp>
      <p:sp>
        <p:nvSpPr>
          <p:cNvPr id="10" name="Text 10"/>
          <p:cNvSpPr txBox="1"/>
          <p:nvPr/>
        </p:nvSpPr>
        <p:spPr>
          <a:xfrm>
            <a:off x="714375" y="6067425"/>
            <a:ext cx="523875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18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>Dataset sourcing, cleaning and EDA</a:t>
            </a:r>
            <a:endParaRPr lang="en-US" sz="1875"/>
          </a:p>
        </p:txBody>
      </p:sp>
      <p:sp>
        <p:nvSpPr>
          <p:cNvPr id="11" name="Text 11"/>
          <p:cNvSpPr txBox="1"/>
          <p:nvPr/>
        </p:nvSpPr>
        <p:spPr>
          <a:xfrm>
            <a:off x="6600825" y="5543550"/>
            <a:ext cx="4810125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2175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175" b="1">
                <a:solidFill>
                  <a:srgbClr val="173A34"/>
                </a:solidFill>
                <a:latin typeface="Helvetica Neue"/>
                <a:ea typeface="Helvetica Neue"/>
                <a:cs typeface="Helvetica Neue"/>
              </a:rPr>
              <a:t xml:space="preserve">Муратов Аслан</a:t>
            </a:r>
            <a:endParaRPr lang="en-US" sz="2175"/>
          </a:p>
        </p:txBody>
      </p:sp>
      <p:sp>
        <p:nvSpPr>
          <p:cNvPr id="12" name="Text 12"/>
          <p:cNvSpPr txBox="1"/>
          <p:nvPr/>
        </p:nvSpPr>
        <p:spPr>
          <a:xfrm>
            <a:off x="6600825" y="6067425"/>
            <a:ext cx="481012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  <a:defRPr lang="en-US" sz="18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75" b="0">
                <a:solidFill>
                  <a:srgbClr val="56736C"/>
                </a:solidFill>
                <a:latin typeface="Helvetica Neue"/>
                <a:ea typeface="Helvetica Neue"/>
                <a:cs typeface="Helvetica Neue"/>
              </a:rPr>
              <a:t xml:space="preserve">Modelling, CV, evaluation and errors</a:t>
            </a:r>
            <a:endParaRPr lang="en-US" sz="1875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2026-09-29T11:44:31.6550000Z</dcterms:created>
  <dcterms:modified xsi:type="dcterms:W3CDTF">2026-09-29T11:44:31.6550000Z</dcterms:modified>
</coreProperties>
</file>